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70" r:id="rId7"/>
    <p:sldId id="271" r:id="rId8"/>
    <p:sldId id="261" r:id="rId9"/>
    <p:sldId id="262" r:id="rId10"/>
    <p:sldId id="263" r:id="rId11"/>
    <p:sldId id="264" r:id="rId12"/>
    <p:sldId id="265" r:id="rId13"/>
    <p:sldId id="272" r:id="rId14"/>
    <p:sldId id="266" r:id="rId15"/>
    <p:sldId id="267" r:id="rId16"/>
    <p:sldId id="273" r:id="rId17"/>
    <p:sldId id="268" r:id="rId18"/>
    <p:sldId id="269" r:id="rId19"/>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hBpUYsR/S6Y+WCH1IHz0FJ3Ih4K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35A251-2C75-4106-BBE2-9501B062116A}" v="10" dt="2026-09-17T08:14:32.5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9" autoAdjust="0"/>
    <p:restoredTop sz="90719" autoAdjust="0"/>
  </p:normalViewPr>
  <p:slideViewPr>
    <p:cSldViewPr snapToGrid="0">
      <p:cViewPr varScale="1">
        <p:scale>
          <a:sx n="75" d="100"/>
          <a:sy n="75" d="100"/>
        </p:scale>
        <p:origin x="99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és  Méndez Hurtado" userId="f2af158c-14b0-413f-ada9-caa680e0634e" providerId="ADAL" clId="{38360C28-119E-424D-9A3F-428F711A8AF8}"/>
    <pc:docChg chg="undo custSel addSld delSld modSld">
      <pc:chgData name="Andrés  Méndez Hurtado" userId="f2af158c-14b0-413f-ada9-caa680e0634e" providerId="ADAL" clId="{38360C28-119E-424D-9A3F-428F711A8AF8}" dt="2026-09-17T08:14:49.085" v="184" actId="1076"/>
      <pc:docMkLst>
        <pc:docMk/>
      </pc:docMkLst>
      <pc:sldChg chg="addSp modSp mod setBg chgLayout">
        <pc:chgData name="Andrés  Méndez Hurtado" userId="f2af158c-14b0-413f-ada9-caa680e0634e" providerId="ADAL" clId="{38360C28-119E-424D-9A3F-428F711A8AF8}" dt="2026-09-17T06:47:11.652" v="22" actId="1076"/>
        <pc:sldMkLst>
          <pc:docMk/>
          <pc:sldMk cId="0" sldId="256"/>
        </pc:sldMkLst>
        <pc:picChg chg="add mod modCrop">
          <ac:chgData name="Andrés  Méndez Hurtado" userId="f2af158c-14b0-413f-ada9-caa680e0634e" providerId="ADAL" clId="{38360C28-119E-424D-9A3F-428F711A8AF8}" dt="2026-09-17T06:47:08.364" v="21" actId="1076"/>
          <ac:picMkLst>
            <pc:docMk/>
            <pc:sldMk cId="0" sldId="256"/>
            <ac:picMk id="3" creationId="{26283F0A-3B2D-194E-6B4E-E5DD2508F9FA}"/>
          </ac:picMkLst>
        </pc:picChg>
        <pc:picChg chg="add mod">
          <ac:chgData name="Andrés  Méndez Hurtado" userId="f2af158c-14b0-413f-ada9-caa680e0634e" providerId="ADAL" clId="{38360C28-119E-424D-9A3F-428F711A8AF8}" dt="2026-09-17T06:47:11.652" v="22" actId="1076"/>
          <ac:picMkLst>
            <pc:docMk/>
            <pc:sldMk cId="0" sldId="256"/>
            <ac:picMk id="5" creationId="{9ABFB747-C5ED-3E75-A31A-979F63B4C8A4}"/>
          </ac:picMkLst>
        </pc:picChg>
      </pc:sldChg>
      <pc:sldChg chg="addSp modSp mod">
        <pc:chgData name="Andrés  Méndez Hurtado" userId="f2af158c-14b0-413f-ada9-caa680e0634e" providerId="ADAL" clId="{38360C28-119E-424D-9A3F-428F711A8AF8}" dt="2026-09-17T06:58:46.883" v="34" actId="1076"/>
        <pc:sldMkLst>
          <pc:docMk/>
          <pc:sldMk cId="0" sldId="257"/>
        </pc:sldMkLst>
        <pc:spChg chg="mod">
          <ac:chgData name="Andrés  Méndez Hurtado" userId="f2af158c-14b0-413f-ada9-caa680e0634e" providerId="ADAL" clId="{38360C28-119E-424D-9A3F-428F711A8AF8}" dt="2026-09-17T06:58:46.883" v="34" actId="1076"/>
          <ac:spMkLst>
            <pc:docMk/>
            <pc:sldMk cId="0" sldId="257"/>
            <ac:spMk id="41" creationId="{00000000-0000-0000-0000-000000000000}"/>
          </ac:spMkLst>
        </pc:spChg>
        <pc:spChg chg="mod">
          <ac:chgData name="Andrés  Méndez Hurtado" userId="f2af158c-14b0-413f-ada9-caa680e0634e" providerId="ADAL" clId="{38360C28-119E-424D-9A3F-428F711A8AF8}" dt="2026-09-17T06:58:15.142" v="27" actId="164"/>
          <ac:spMkLst>
            <pc:docMk/>
            <pc:sldMk cId="0" sldId="257"/>
            <ac:spMk id="42" creationId="{00000000-0000-0000-0000-000000000000}"/>
          </ac:spMkLst>
        </pc:spChg>
        <pc:spChg chg="mod">
          <ac:chgData name="Andrés  Méndez Hurtado" userId="f2af158c-14b0-413f-ada9-caa680e0634e" providerId="ADAL" clId="{38360C28-119E-424D-9A3F-428F711A8AF8}" dt="2026-09-17T06:58:15.142" v="27" actId="164"/>
          <ac:spMkLst>
            <pc:docMk/>
            <pc:sldMk cId="0" sldId="257"/>
            <ac:spMk id="43" creationId="{00000000-0000-0000-0000-000000000000}"/>
          </ac:spMkLst>
        </pc:spChg>
        <pc:grpChg chg="add mod">
          <ac:chgData name="Andrés  Méndez Hurtado" userId="f2af158c-14b0-413f-ada9-caa680e0634e" providerId="ADAL" clId="{38360C28-119E-424D-9A3F-428F711A8AF8}" dt="2026-09-17T06:58:19.438" v="28" actId="1076"/>
          <ac:grpSpMkLst>
            <pc:docMk/>
            <pc:sldMk cId="0" sldId="257"/>
            <ac:grpSpMk id="4" creationId="{D522F9C8-0575-00A6-D1A8-2AE9EE009E33}"/>
          </ac:grpSpMkLst>
        </pc:grpChg>
        <pc:picChg chg="add mod">
          <ac:chgData name="Andrés  Méndez Hurtado" userId="f2af158c-14b0-413f-ada9-caa680e0634e" providerId="ADAL" clId="{38360C28-119E-424D-9A3F-428F711A8AF8}" dt="2026-09-17T06:58:31.342" v="32" actId="1076"/>
          <ac:picMkLst>
            <pc:docMk/>
            <pc:sldMk cId="0" sldId="257"/>
            <ac:picMk id="3" creationId="{8A4043F1-9A03-AB85-11FD-33187951F0BF}"/>
          </ac:picMkLst>
        </pc:picChg>
      </pc:sldChg>
      <pc:sldChg chg="addSp delSp modSp mod">
        <pc:chgData name="Andrés  Méndez Hurtado" userId="f2af158c-14b0-413f-ada9-caa680e0634e" providerId="ADAL" clId="{38360C28-119E-424D-9A3F-428F711A8AF8}" dt="2026-09-17T07:08:49.698" v="55" actId="1076"/>
        <pc:sldMkLst>
          <pc:docMk/>
          <pc:sldMk cId="0" sldId="258"/>
        </pc:sldMkLst>
        <pc:spChg chg="del">
          <ac:chgData name="Andrés  Méndez Hurtado" userId="f2af158c-14b0-413f-ada9-caa680e0634e" providerId="ADAL" clId="{38360C28-119E-424D-9A3F-428F711A8AF8}" dt="2026-09-17T07:06:06.479" v="39" actId="478"/>
          <ac:spMkLst>
            <pc:docMk/>
            <pc:sldMk cId="0" sldId="258"/>
            <ac:spMk id="51" creationId="{00000000-0000-0000-0000-000000000000}"/>
          </ac:spMkLst>
        </pc:spChg>
        <pc:spChg chg="del">
          <ac:chgData name="Andrés  Méndez Hurtado" userId="f2af158c-14b0-413f-ada9-caa680e0634e" providerId="ADAL" clId="{38360C28-119E-424D-9A3F-428F711A8AF8}" dt="2026-09-17T07:06:07.669" v="40" actId="478"/>
          <ac:spMkLst>
            <pc:docMk/>
            <pc:sldMk cId="0" sldId="258"/>
            <ac:spMk id="52" creationId="{00000000-0000-0000-0000-000000000000}"/>
          </ac:spMkLst>
        </pc:spChg>
        <pc:spChg chg="del">
          <ac:chgData name="Andrés  Méndez Hurtado" userId="f2af158c-14b0-413f-ada9-caa680e0634e" providerId="ADAL" clId="{38360C28-119E-424D-9A3F-428F711A8AF8}" dt="2026-09-17T07:06:09.443" v="41" actId="478"/>
          <ac:spMkLst>
            <pc:docMk/>
            <pc:sldMk cId="0" sldId="258"/>
            <ac:spMk id="53" creationId="{00000000-0000-0000-0000-000000000000}"/>
          </ac:spMkLst>
        </pc:spChg>
        <pc:spChg chg="del">
          <ac:chgData name="Andrés  Méndez Hurtado" userId="f2af158c-14b0-413f-ada9-caa680e0634e" providerId="ADAL" clId="{38360C28-119E-424D-9A3F-428F711A8AF8}" dt="2026-09-17T07:05:56.351" v="36" actId="478"/>
          <ac:spMkLst>
            <pc:docMk/>
            <pc:sldMk cId="0" sldId="258"/>
            <ac:spMk id="54" creationId="{00000000-0000-0000-0000-000000000000}"/>
          </ac:spMkLst>
        </pc:spChg>
        <pc:spChg chg="del">
          <ac:chgData name="Andrés  Méndez Hurtado" userId="f2af158c-14b0-413f-ada9-caa680e0634e" providerId="ADAL" clId="{38360C28-119E-424D-9A3F-428F711A8AF8}" dt="2026-09-17T07:06:05.402" v="38" actId="478"/>
          <ac:spMkLst>
            <pc:docMk/>
            <pc:sldMk cId="0" sldId="258"/>
            <ac:spMk id="55" creationId="{00000000-0000-0000-0000-000000000000}"/>
          </ac:spMkLst>
        </pc:spChg>
        <pc:spChg chg="del">
          <ac:chgData name="Andrés  Méndez Hurtado" userId="f2af158c-14b0-413f-ada9-caa680e0634e" providerId="ADAL" clId="{38360C28-119E-424D-9A3F-428F711A8AF8}" dt="2026-09-17T07:06:02.673" v="37" actId="478"/>
          <ac:spMkLst>
            <pc:docMk/>
            <pc:sldMk cId="0" sldId="258"/>
            <ac:spMk id="56" creationId="{00000000-0000-0000-0000-000000000000}"/>
          </ac:spMkLst>
        </pc:spChg>
        <pc:spChg chg="mod">
          <ac:chgData name="Andrés  Méndez Hurtado" userId="f2af158c-14b0-413f-ada9-caa680e0634e" providerId="ADAL" clId="{38360C28-119E-424D-9A3F-428F711A8AF8}" dt="2026-09-17T07:06:24.644" v="46" actId="1076"/>
          <ac:spMkLst>
            <pc:docMk/>
            <pc:sldMk cId="0" sldId="258"/>
            <ac:spMk id="57" creationId="{00000000-0000-0000-0000-000000000000}"/>
          </ac:spMkLst>
        </pc:spChg>
        <pc:picChg chg="add mod">
          <ac:chgData name="Andrés  Méndez Hurtado" userId="f2af158c-14b0-413f-ada9-caa680e0634e" providerId="ADAL" clId="{38360C28-119E-424D-9A3F-428F711A8AF8}" dt="2026-09-17T07:08:49.698" v="55" actId="1076"/>
          <ac:picMkLst>
            <pc:docMk/>
            <pc:sldMk cId="0" sldId="258"/>
            <ac:picMk id="3" creationId="{CE909660-3342-5B42-4829-1DD810322E93}"/>
          </ac:picMkLst>
        </pc:picChg>
        <pc:picChg chg="add mod">
          <ac:chgData name="Andrés  Méndez Hurtado" userId="f2af158c-14b0-413f-ada9-caa680e0634e" providerId="ADAL" clId="{38360C28-119E-424D-9A3F-428F711A8AF8}" dt="2026-09-17T07:08:45.955" v="53" actId="1076"/>
          <ac:picMkLst>
            <pc:docMk/>
            <pc:sldMk cId="0" sldId="258"/>
            <ac:picMk id="5" creationId="{FE871239-51EA-19B1-74C0-68554765CA4C}"/>
          </ac:picMkLst>
        </pc:picChg>
      </pc:sldChg>
      <pc:sldChg chg="addSp delSp modSp mod">
        <pc:chgData name="Andrés  Méndez Hurtado" userId="f2af158c-14b0-413f-ada9-caa680e0634e" providerId="ADAL" clId="{38360C28-119E-424D-9A3F-428F711A8AF8}" dt="2026-09-17T07:18:06.107" v="71" actId="1076"/>
        <pc:sldMkLst>
          <pc:docMk/>
          <pc:sldMk cId="0" sldId="259"/>
        </pc:sldMkLst>
        <pc:spChg chg="mod">
          <ac:chgData name="Andrés  Méndez Hurtado" userId="f2af158c-14b0-413f-ada9-caa680e0634e" providerId="ADAL" clId="{38360C28-119E-424D-9A3F-428F711A8AF8}" dt="2026-09-17T07:17:09.736" v="57" actId="164"/>
          <ac:spMkLst>
            <pc:docMk/>
            <pc:sldMk cId="0" sldId="259"/>
            <ac:spMk id="71" creationId="{00000000-0000-0000-0000-000000000000}"/>
          </ac:spMkLst>
        </pc:spChg>
        <pc:spChg chg="mod">
          <ac:chgData name="Andrés  Méndez Hurtado" userId="f2af158c-14b0-413f-ada9-caa680e0634e" providerId="ADAL" clId="{38360C28-119E-424D-9A3F-428F711A8AF8}" dt="2026-09-17T07:17:14.358" v="60" actId="404"/>
          <ac:spMkLst>
            <pc:docMk/>
            <pc:sldMk cId="0" sldId="259"/>
            <ac:spMk id="72" creationId="{00000000-0000-0000-0000-000000000000}"/>
          </ac:spMkLst>
        </pc:spChg>
        <pc:spChg chg="del mod">
          <ac:chgData name="Andrés  Méndez Hurtado" userId="f2af158c-14b0-413f-ada9-caa680e0634e" providerId="ADAL" clId="{38360C28-119E-424D-9A3F-428F711A8AF8}" dt="2026-09-17T07:17:25.185" v="62" actId="478"/>
          <ac:spMkLst>
            <pc:docMk/>
            <pc:sldMk cId="0" sldId="259"/>
            <ac:spMk id="73" creationId="{00000000-0000-0000-0000-000000000000}"/>
          </ac:spMkLst>
        </pc:spChg>
        <pc:grpChg chg="add del mod">
          <ac:chgData name="Andrés  Méndez Hurtado" userId="f2af158c-14b0-413f-ada9-caa680e0634e" providerId="ADAL" clId="{38360C28-119E-424D-9A3F-428F711A8AF8}" dt="2026-09-17T07:17:47.093" v="68" actId="478"/>
          <ac:grpSpMkLst>
            <pc:docMk/>
            <pc:sldMk cId="0" sldId="259"/>
            <ac:grpSpMk id="2" creationId="{B853D203-6842-10BD-5E6E-C1505B5C14E0}"/>
          </ac:grpSpMkLst>
        </pc:grpChg>
        <pc:picChg chg="add mod">
          <ac:chgData name="Andrés  Méndez Hurtado" userId="f2af158c-14b0-413f-ada9-caa680e0634e" providerId="ADAL" clId="{38360C28-119E-424D-9A3F-428F711A8AF8}" dt="2026-09-17T07:18:06.107" v="71" actId="1076"/>
          <ac:picMkLst>
            <pc:docMk/>
            <pc:sldMk cId="0" sldId="259"/>
            <ac:picMk id="4" creationId="{B4C88B97-42D1-F922-4D54-8E6C4D527329}"/>
          </ac:picMkLst>
        </pc:picChg>
      </pc:sldChg>
      <pc:sldChg chg="addSp delSp modSp mod">
        <pc:chgData name="Andrés  Méndez Hurtado" userId="f2af158c-14b0-413f-ada9-caa680e0634e" providerId="ADAL" clId="{38360C28-119E-424D-9A3F-428F711A8AF8}" dt="2026-09-17T07:34:39.770" v="120" actId="14100"/>
        <pc:sldMkLst>
          <pc:docMk/>
          <pc:sldMk cId="0" sldId="260"/>
        </pc:sldMkLst>
        <pc:spChg chg="del">
          <ac:chgData name="Andrés  Méndez Hurtado" userId="f2af158c-14b0-413f-ada9-caa680e0634e" providerId="ADAL" clId="{38360C28-119E-424D-9A3F-428F711A8AF8}" dt="2026-09-17T07:29:17.376" v="99" actId="478"/>
          <ac:spMkLst>
            <pc:docMk/>
            <pc:sldMk cId="0" sldId="260"/>
            <ac:spMk id="82" creationId="{00000000-0000-0000-0000-000000000000}"/>
          </ac:spMkLst>
        </pc:spChg>
        <pc:spChg chg="del mod">
          <ac:chgData name="Andrés  Méndez Hurtado" userId="f2af158c-14b0-413f-ada9-caa680e0634e" providerId="ADAL" clId="{38360C28-119E-424D-9A3F-428F711A8AF8}" dt="2026-09-17T07:29:31.084" v="105" actId="478"/>
          <ac:spMkLst>
            <pc:docMk/>
            <pc:sldMk cId="0" sldId="260"/>
            <ac:spMk id="83" creationId="{00000000-0000-0000-0000-000000000000}"/>
          </ac:spMkLst>
        </pc:spChg>
        <pc:spChg chg="del">
          <ac:chgData name="Andrés  Méndez Hurtado" userId="f2af158c-14b0-413f-ada9-caa680e0634e" providerId="ADAL" clId="{38360C28-119E-424D-9A3F-428F711A8AF8}" dt="2026-09-17T07:29:25.645" v="101" actId="478"/>
          <ac:spMkLst>
            <pc:docMk/>
            <pc:sldMk cId="0" sldId="260"/>
            <ac:spMk id="84" creationId="{00000000-0000-0000-0000-000000000000}"/>
          </ac:spMkLst>
        </pc:spChg>
        <pc:spChg chg="del">
          <ac:chgData name="Andrés  Méndez Hurtado" userId="f2af158c-14b0-413f-ada9-caa680e0634e" providerId="ADAL" clId="{38360C28-119E-424D-9A3F-428F711A8AF8}" dt="2026-09-17T07:29:17.376" v="99" actId="478"/>
          <ac:spMkLst>
            <pc:docMk/>
            <pc:sldMk cId="0" sldId="260"/>
            <ac:spMk id="85" creationId="{00000000-0000-0000-0000-000000000000}"/>
          </ac:spMkLst>
        </pc:spChg>
        <pc:spChg chg="del">
          <ac:chgData name="Andrés  Méndez Hurtado" userId="f2af158c-14b0-413f-ada9-caa680e0634e" providerId="ADAL" clId="{38360C28-119E-424D-9A3F-428F711A8AF8}" dt="2026-09-17T07:29:20.959" v="100" actId="478"/>
          <ac:spMkLst>
            <pc:docMk/>
            <pc:sldMk cId="0" sldId="260"/>
            <ac:spMk id="86" creationId="{00000000-0000-0000-0000-000000000000}"/>
          </ac:spMkLst>
        </pc:spChg>
        <pc:spChg chg="del mod">
          <ac:chgData name="Andrés  Méndez Hurtado" userId="f2af158c-14b0-413f-ada9-caa680e0634e" providerId="ADAL" clId="{38360C28-119E-424D-9A3F-428F711A8AF8}" dt="2026-09-17T07:29:20.959" v="100" actId="478"/>
          <ac:spMkLst>
            <pc:docMk/>
            <pc:sldMk cId="0" sldId="260"/>
            <ac:spMk id="87" creationId="{00000000-0000-0000-0000-000000000000}"/>
          </ac:spMkLst>
        </pc:spChg>
        <pc:spChg chg="del mod">
          <ac:chgData name="Andrés  Méndez Hurtado" userId="f2af158c-14b0-413f-ada9-caa680e0634e" providerId="ADAL" clId="{38360C28-119E-424D-9A3F-428F711A8AF8}" dt="2026-09-17T07:29:17.376" v="99" actId="478"/>
          <ac:spMkLst>
            <pc:docMk/>
            <pc:sldMk cId="0" sldId="260"/>
            <ac:spMk id="88" creationId="{00000000-0000-0000-0000-000000000000}"/>
          </ac:spMkLst>
        </pc:spChg>
        <pc:spChg chg="del">
          <ac:chgData name="Andrés  Méndez Hurtado" userId="f2af158c-14b0-413f-ada9-caa680e0634e" providerId="ADAL" clId="{38360C28-119E-424D-9A3F-428F711A8AF8}" dt="2026-09-17T07:29:29.649" v="103" actId="478"/>
          <ac:spMkLst>
            <pc:docMk/>
            <pc:sldMk cId="0" sldId="260"/>
            <ac:spMk id="89" creationId="{00000000-0000-0000-0000-000000000000}"/>
          </ac:spMkLst>
        </pc:spChg>
        <pc:spChg chg="del">
          <ac:chgData name="Andrés  Méndez Hurtado" userId="f2af158c-14b0-413f-ada9-caa680e0634e" providerId="ADAL" clId="{38360C28-119E-424D-9A3F-428F711A8AF8}" dt="2026-09-17T07:29:25.645" v="101" actId="478"/>
          <ac:spMkLst>
            <pc:docMk/>
            <pc:sldMk cId="0" sldId="260"/>
            <ac:spMk id="90" creationId="{00000000-0000-0000-0000-000000000000}"/>
          </ac:spMkLst>
        </pc:spChg>
        <pc:spChg chg="add del">
          <ac:chgData name="Andrés  Méndez Hurtado" userId="f2af158c-14b0-413f-ada9-caa680e0634e" providerId="ADAL" clId="{38360C28-119E-424D-9A3F-428F711A8AF8}" dt="2026-09-17T07:29:25.645" v="101" actId="478"/>
          <ac:spMkLst>
            <pc:docMk/>
            <pc:sldMk cId="0" sldId="260"/>
            <ac:spMk id="91" creationId="{00000000-0000-0000-0000-000000000000}"/>
          </ac:spMkLst>
        </pc:spChg>
        <pc:spChg chg="del">
          <ac:chgData name="Andrés  Méndez Hurtado" userId="f2af158c-14b0-413f-ada9-caa680e0634e" providerId="ADAL" clId="{38360C28-119E-424D-9A3F-428F711A8AF8}" dt="2026-09-17T07:29:20.959" v="100" actId="478"/>
          <ac:spMkLst>
            <pc:docMk/>
            <pc:sldMk cId="0" sldId="260"/>
            <ac:spMk id="92" creationId="{00000000-0000-0000-0000-000000000000}"/>
          </ac:spMkLst>
        </pc:spChg>
        <pc:spChg chg="add del">
          <ac:chgData name="Andrés  Méndez Hurtado" userId="f2af158c-14b0-413f-ada9-caa680e0634e" providerId="ADAL" clId="{38360C28-119E-424D-9A3F-428F711A8AF8}" dt="2026-09-17T07:29:20.959" v="100" actId="478"/>
          <ac:spMkLst>
            <pc:docMk/>
            <pc:sldMk cId="0" sldId="260"/>
            <ac:spMk id="93" creationId="{00000000-0000-0000-0000-000000000000}"/>
          </ac:spMkLst>
        </pc:spChg>
        <pc:picChg chg="add del mod ord">
          <ac:chgData name="Andrés  Méndez Hurtado" userId="f2af158c-14b0-413f-ada9-caa680e0634e" providerId="ADAL" clId="{38360C28-119E-424D-9A3F-428F711A8AF8}" dt="2026-09-17T07:29:09.898" v="98" actId="22"/>
          <ac:picMkLst>
            <pc:docMk/>
            <pc:sldMk cId="0" sldId="260"/>
            <ac:picMk id="3" creationId="{9967C3FF-A10E-55FD-F0E0-580ABC05B623}"/>
          </ac:picMkLst>
        </pc:picChg>
        <pc:picChg chg="add mod">
          <ac:chgData name="Andrés  Méndez Hurtado" userId="f2af158c-14b0-413f-ada9-caa680e0634e" providerId="ADAL" clId="{38360C28-119E-424D-9A3F-428F711A8AF8}" dt="2026-09-17T07:34:39.770" v="120" actId="14100"/>
          <ac:picMkLst>
            <pc:docMk/>
            <pc:sldMk cId="0" sldId="260"/>
            <ac:picMk id="5" creationId="{22583032-144D-A515-94AC-4381AD00FEF0}"/>
          </ac:picMkLst>
        </pc:picChg>
        <pc:picChg chg="del mod">
          <ac:chgData name="Andrés  Méndez Hurtado" userId="f2af158c-14b0-413f-ada9-caa680e0634e" providerId="ADAL" clId="{38360C28-119E-424D-9A3F-428F711A8AF8}" dt="2026-09-17T07:28:17.161" v="74" actId="478"/>
          <ac:picMkLst>
            <pc:docMk/>
            <pc:sldMk cId="0" sldId="260"/>
            <ac:picMk id="81" creationId="{00000000-0000-0000-0000-000000000000}"/>
          </ac:picMkLst>
        </pc:picChg>
      </pc:sldChg>
      <pc:sldChg chg="addSp delSp modSp mod">
        <pc:chgData name="Andrés  Méndez Hurtado" userId="f2af158c-14b0-413f-ada9-caa680e0634e" providerId="ADAL" clId="{38360C28-119E-424D-9A3F-428F711A8AF8}" dt="2026-09-17T07:47:37.751" v="137" actId="1076"/>
        <pc:sldMkLst>
          <pc:docMk/>
          <pc:sldMk cId="0" sldId="261"/>
        </pc:sldMkLst>
        <pc:spChg chg="del">
          <ac:chgData name="Andrés  Méndez Hurtado" userId="f2af158c-14b0-413f-ada9-caa680e0634e" providerId="ADAL" clId="{38360C28-119E-424D-9A3F-428F711A8AF8}" dt="2026-09-17T07:47:05.227" v="131" actId="478"/>
          <ac:spMkLst>
            <pc:docMk/>
            <pc:sldMk cId="0" sldId="261"/>
            <ac:spMk id="117" creationId="{00000000-0000-0000-0000-000000000000}"/>
          </ac:spMkLst>
        </pc:spChg>
        <pc:spChg chg="del">
          <ac:chgData name="Andrés  Méndez Hurtado" userId="f2af158c-14b0-413f-ada9-caa680e0634e" providerId="ADAL" clId="{38360C28-119E-424D-9A3F-428F711A8AF8}" dt="2026-09-17T07:47:05.227" v="131" actId="478"/>
          <ac:spMkLst>
            <pc:docMk/>
            <pc:sldMk cId="0" sldId="261"/>
            <ac:spMk id="118" creationId="{00000000-0000-0000-0000-000000000000}"/>
          </ac:spMkLst>
        </pc:spChg>
        <pc:picChg chg="add mod">
          <ac:chgData name="Andrés  Méndez Hurtado" userId="f2af158c-14b0-413f-ada9-caa680e0634e" providerId="ADAL" clId="{38360C28-119E-424D-9A3F-428F711A8AF8}" dt="2026-09-17T07:47:21.183" v="133" actId="208"/>
          <ac:picMkLst>
            <pc:docMk/>
            <pc:sldMk cId="0" sldId="261"/>
            <ac:picMk id="3" creationId="{B209C76E-4685-4855-DA24-B43CC94454E9}"/>
          </ac:picMkLst>
        </pc:picChg>
        <pc:picChg chg="add mod">
          <ac:chgData name="Andrés  Méndez Hurtado" userId="f2af158c-14b0-413f-ada9-caa680e0634e" providerId="ADAL" clId="{38360C28-119E-424D-9A3F-428F711A8AF8}" dt="2026-09-17T07:47:37.751" v="137" actId="1076"/>
          <ac:picMkLst>
            <pc:docMk/>
            <pc:sldMk cId="0" sldId="261"/>
            <ac:picMk id="5" creationId="{FF40EDF7-FF8E-A608-D850-8F1AE9D1B937}"/>
          </ac:picMkLst>
        </pc:picChg>
        <pc:picChg chg="del">
          <ac:chgData name="Andrés  Méndez Hurtado" userId="f2af158c-14b0-413f-ada9-caa680e0634e" providerId="ADAL" clId="{38360C28-119E-424D-9A3F-428F711A8AF8}" dt="2026-09-17T07:44:45.134" v="125" actId="478"/>
          <ac:picMkLst>
            <pc:docMk/>
            <pc:sldMk cId="0" sldId="261"/>
            <ac:picMk id="115" creationId="{00000000-0000-0000-0000-000000000000}"/>
          </ac:picMkLst>
        </pc:picChg>
      </pc:sldChg>
      <pc:sldChg chg="addSp delSp modSp mod">
        <pc:chgData name="Andrés  Méndez Hurtado" userId="f2af158c-14b0-413f-ada9-caa680e0634e" providerId="ADAL" clId="{38360C28-119E-424D-9A3F-428F711A8AF8}" dt="2026-09-17T07:51:22.110" v="152" actId="208"/>
        <pc:sldMkLst>
          <pc:docMk/>
          <pc:sldMk cId="0" sldId="262"/>
        </pc:sldMkLst>
        <pc:spChg chg="mod">
          <ac:chgData name="Andrés  Méndez Hurtado" userId="f2af158c-14b0-413f-ada9-caa680e0634e" providerId="ADAL" clId="{38360C28-119E-424D-9A3F-428F711A8AF8}" dt="2026-09-17T07:50:08.122" v="146" actId="1076"/>
          <ac:spMkLst>
            <pc:docMk/>
            <pc:sldMk cId="0" sldId="262"/>
            <ac:spMk id="129" creationId="{00000000-0000-0000-0000-000000000000}"/>
          </ac:spMkLst>
        </pc:spChg>
        <pc:picChg chg="add mod">
          <ac:chgData name="Andrés  Méndez Hurtado" userId="f2af158c-14b0-413f-ada9-caa680e0634e" providerId="ADAL" clId="{38360C28-119E-424D-9A3F-428F711A8AF8}" dt="2026-09-17T07:51:22.110" v="152" actId="208"/>
          <ac:picMkLst>
            <pc:docMk/>
            <pc:sldMk cId="0" sldId="262"/>
            <ac:picMk id="3" creationId="{BA0C6C4B-4DE0-3CAD-7CAC-21D2B8986A8F}"/>
          </ac:picMkLst>
        </pc:picChg>
        <pc:picChg chg="del">
          <ac:chgData name="Andrés  Méndez Hurtado" userId="f2af158c-14b0-413f-ada9-caa680e0634e" providerId="ADAL" clId="{38360C28-119E-424D-9A3F-428F711A8AF8}" dt="2026-09-17T07:49:26.460" v="138" actId="478"/>
          <ac:picMkLst>
            <pc:docMk/>
            <pc:sldMk cId="0" sldId="262"/>
            <ac:picMk id="128" creationId="{00000000-0000-0000-0000-000000000000}"/>
          </ac:picMkLst>
        </pc:picChg>
      </pc:sldChg>
      <pc:sldChg chg="addSp delSp modSp mod">
        <pc:chgData name="Andrés  Méndez Hurtado" userId="f2af158c-14b0-413f-ada9-caa680e0634e" providerId="ADAL" clId="{38360C28-119E-424D-9A3F-428F711A8AF8}" dt="2026-09-17T07:51:25.289" v="153" actId="208"/>
        <pc:sldMkLst>
          <pc:docMk/>
          <pc:sldMk cId="0" sldId="263"/>
        </pc:sldMkLst>
        <pc:picChg chg="add mod">
          <ac:chgData name="Andrés  Méndez Hurtado" userId="f2af158c-14b0-413f-ada9-caa680e0634e" providerId="ADAL" clId="{38360C28-119E-424D-9A3F-428F711A8AF8}" dt="2026-09-17T07:51:25.289" v="153" actId="208"/>
          <ac:picMkLst>
            <pc:docMk/>
            <pc:sldMk cId="0" sldId="263"/>
            <ac:picMk id="3" creationId="{D265282A-1EA5-C314-A727-1D4EF093E0B7}"/>
          </ac:picMkLst>
        </pc:picChg>
        <pc:picChg chg="del">
          <ac:chgData name="Andrés  Méndez Hurtado" userId="f2af158c-14b0-413f-ada9-caa680e0634e" providerId="ADAL" clId="{38360C28-119E-424D-9A3F-428F711A8AF8}" dt="2026-09-17T07:51:08.722" v="147" actId="478"/>
          <ac:picMkLst>
            <pc:docMk/>
            <pc:sldMk cId="0" sldId="263"/>
            <ac:picMk id="141" creationId="{00000000-0000-0000-0000-000000000000}"/>
          </ac:picMkLst>
        </pc:picChg>
      </pc:sldChg>
      <pc:sldChg chg="modSp mod">
        <pc:chgData name="Andrés  Méndez Hurtado" userId="f2af158c-14b0-413f-ada9-caa680e0634e" providerId="ADAL" clId="{38360C28-119E-424D-9A3F-428F711A8AF8}" dt="2026-09-17T07:53:23.332" v="155" actId="208"/>
        <pc:sldMkLst>
          <pc:docMk/>
          <pc:sldMk cId="0" sldId="264"/>
        </pc:sldMkLst>
        <pc:picChg chg="mod">
          <ac:chgData name="Andrés  Méndez Hurtado" userId="f2af158c-14b0-413f-ada9-caa680e0634e" providerId="ADAL" clId="{38360C28-119E-424D-9A3F-428F711A8AF8}" dt="2026-09-17T07:53:23.332" v="155" actId="208"/>
          <ac:picMkLst>
            <pc:docMk/>
            <pc:sldMk cId="0" sldId="264"/>
            <ac:picMk id="154" creationId="{00000000-0000-0000-0000-000000000000}"/>
          </ac:picMkLst>
        </pc:picChg>
      </pc:sldChg>
      <pc:sldChg chg="addSp delSp modSp mod">
        <pc:chgData name="Andrés  Méndez Hurtado" userId="f2af158c-14b0-413f-ada9-caa680e0634e" providerId="ADAL" clId="{38360C28-119E-424D-9A3F-428F711A8AF8}" dt="2026-09-17T08:14:49.085" v="184" actId="1076"/>
        <pc:sldMkLst>
          <pc:docMk/>
          <pc:sldMk cId="0" sldId="268"/>
        </pc:sldMkLst>
        <pc:spChg chg="add mod">
          <ac:chgData name="Andrés  Méndez Hurtado" userId="f2af158c-14b0-413f-ada9-caa680e0634e" providerId="ADAL" clId="{38360C28-119E-424D-9A3F-428F711A8AF8}" dt="2026-09-17T08:14:29.142" v="177" actId="571"/>
          <ac:spMkLst>
            <pc:docMk/>
            <pc:sldMk cId="0" sldId="268"/>
            <ac:spMk id="3" creationId="{D19BFD60-D847-27A4-CBF2-C97FE0C6D2F3}"/>
          </ac:spMkLst>
        </pc:spChg>
        <pc:spChg chg="add mod">
          <ac:chgData name="Andrés  Méndez Hurtado" userId="f2af158c-14b0-413f-ada9-caa680e0634e" providerId="ADAL" clId="{38360C28-119E-424D-9A3F-428F711A8AF8}" dt="2026-09-17T08:14:29.142" v="177" actId="571"/>
          <ac:spMkLst>
            <pc:docMk/>
            <pc:sldMk cId="0" sldId="268"/>
            <ac:spMk id="4" creationId="{1141169B-80A5-CFFE-15D6-2DF99B9C92F2}"/>
          </ac:spMkLst>
        </pc:spChg>
        <pc:spChg chg="add mod">
          <ac:chgData name="Andrés  Méndez Hurtado" userId="f2af158c-14b0-413f-ada9-caa680e0634e" providerId="ADAL" clId="{38360C28-119E-424D-9A3F-428F711A8AF8}" dt="2026-09-17T08:14:29.142" v="177" actId="571"/>
          <ac:spMkLst>
            <pc:docMk/>
            <pc:sldMk cId="0" sldId="268"/>
            <ac:spMk id="5" creationId="{5234FC47-8318-7EE8-B318-2E1759F6ED70}"/>
          </ac:spMkLst>
        </pc:spChg>
        <pc:spChg chg="add mod">
          <ac:chgData name="Andrés  Méndez Hurtado" userId="f2af158c-14b0-413f-ada9-caa680e0634e" providerId="ADAL" clId="{38360C28-119E-424D-9A3F-428F711A8AF8}" dt="2026-09-17T08:14:29.142" v="177" actId="571"/>
          <ac:spMkLst>
            <pc:docMk/>
            <pc:sldMk cId="0" sldId="268"/>
            <ac:spMk id="6" creationId="{88F156FB-EA6C-BE52-4CFA-967CF831A5AB}"/>
          </ac:spMkLst>
        </pc:spChg>
        <pc:spChg chg="add mod">
          <ac:chgData name="Andrés  Méndez Hurtado" userId="f2af158c-14b0-413f-ada9-caa680e0634e" providerId="ADAL" clId="{38360C28-119E-424D-9A3F-428F711A8AF8}" dt="2026-09-17T08:14:29.142" v="177" actId="571"/>
          <ac:spMkLst>
            <pc:docMk/>
            <pc:sldMk cId="0" sldId="268"/>
            <ac:spMk id="7" creationId="{1E9516F8-75CE-A6E8-50CF-8916D8A731BC}"/>
          </ac:spMkLst>
        </pc:spChg>
        <pc:spChg chg="add del mod">
          <ac:chgData name="Andrés  Méndez Hurtado" userId="f2af158c-14b0-413f-ada9-caa680e0634e" providerId="ADAL" clId="{38360C28-119E-424D-9A3F-428F711A8AF8}" dt="2026-09-17T08:14:41.620" v="180" actId="478"/>
          <ac:spMkLst>
            <pc:docMk/>
            <pc:sldMk cId="0" sldId="268"/>
            <ac:spMk id="8" creationId="{1B472F47-C1B5-0C63-FC6D-DEAAEEADC793}"/>
          </ac:spMkLst>
        </pc:spChg>
        <pc:spChg chg="add del mod">
          <ac:chgData name="Andrés  Méndez Hurtado" userId="f2af158c-14b0-413f-ada9-caa680e0634e" providerId="ADAL" clId="{38360C28-119E-424D-9A3F-428F711A8AF8}" dt="2026-09-17T08:14:41.620" v="180" actId="478"/>
          <ac:spMkLst>
            <pc:docMk/>
            <pc:sldMk cId="0" sldId="268"/>
            <ac:spMk id="10" creationId="{AF07C326-6B64-6261-1989-57A78FBFCD99}"/>
          </ac:spMkLst>
        </pc:spChg>
        <pc:spChg chg="add del mod">
          <ac:chgData name="Andrés  Méndez Hurtado" userId="f2af158c-14b0-413f-ada9-caa680e0634e" providerId="ADAL" clId="{38360C28-119E-424D-9A3F-428F711A8AF8}" dt="2026-09-17T08:14:41.620" v="180" actId="478"/>
          <ac:spMkLst>
            <pc:docMk/>
            <pc:sldMk cId="0" sldId="268"/>
            <ac:spMk id="11" creationId="{4FAF08C6-5606-9EA2-1813-4FEE3E8F0AF2}"/>
          </ac:spMkLst>
        </pc:spChg>
        <pc:spChg chg="add mod">
          <ac:chgData name="Andrés  Méndez Hurtado" userId="f2af158c-14b0-413f-ada9-caa680e0634e" providerId="ADAL" clId="{38360C28-119E-424D-9A3F-428F711A8AF8}" dt="2026-09-17T08:14:29.142" v="177" actId="571"/>
          <ac:spMkLst>
            <pc:docMk/>
            <pc:sldMk cId="0" sldId="268"/>
            <ac:spMk id="12" creationId="{9709FAF9-B927-4394-BDFB-6E838AA8DFB1}"/>
          </ac:spMkLst>
        </pc:spChg>
        <pc:spChg chg="add mod">
          <ac:chgData name="Andrés  Méndez Hurtado" userId="f2af158c-14b0-413f-ada9-caa680e0634e" providerId="ADAL" clId="{38360C28-119E-424D-9A3F-428F711A8AF8}" dt="2026-09-17T08:14:29.142" v="177" actId="571"/>
          <ac:spMkLst>
            <pc:docMk/>
            <pc:sldMk cId="0" sldId="268"/>
            <ac:spMk id="13" creationId="{33694B0C-B6D9-0FE7-4A85-1326864AA1CB}"/>
          </ac:spMkLst>
        </pc:spChg>
        <pc:spChg chg="add del mod">
          <ac:chgData name="Andrés  Méndez Hurtado" userId="f2af158c-14b0-413f-ada9-caa680e0634e" providerId="ADAL" clId="{38360C28-119E-424D-9A3F-428F711A8AF8}" dt="2026-09-17T08:14:34.530" v="179" actId="478"/>
          <ac:spMkLst>
            <pc:docMk/>
            <pc:sldMk cId="0" sldId="268"/>
            <ac:spMk id="14" creationId="{CF0CD914-CB6A-4AC3-02BD-DA18575120B5}"/>
          </ac:spMkLst>
        </pc:spChg>
        <pc:spChg chg="add del mod">
          <ac:chgData name="Andrés  Méndez Hurtado" userId="f2af158c-14b0-413f-ada9-caa680e0634e" providerId="ADAL" clId="{38360C28-119E-424D-9A3F-428F711A8AF8}" dt="2026-09-17T08:14:34.530" v="179" actId="478"/>
          <ac:spMkLst>
            <pc:docMk/>
            <pc:sldMk cId="0" sldId="268"/>
            <ac:spMk id="15" creationId="{C9EAE6D6-888A-3CB6-27CB-B26D4DE7179A}"/>
          </ac:spMkLst>
        </pc:spChg>
        <pc:spChg chg="add del mod">
          <ac:chgData name="Andrés  Méndez Hurtado" userId="f2af158c-14b0-413f-ada9-caa680e0634e" providerId="ADAL" clId="{38360C28-119E-424D-9A3F-428F711A8AF8}" dt="2026-09-17T08:14:34.530" v="179" actId="478"/>
          <ac:spMkLst>
            <pc:docMk/>
            <pc:sldMk cId="0" sldId="268"/>
            <ac:spMk id="17" creationId="{1C8D9067-9D8A-3864-9A61-54284444E2C6}"/>
          </ac:spMkLst>
        </pc:spChg>
        <pc:spChg chg="add del mod">
          <ac:chgData name="Andrés  Méndez Hurtado" userId="f2af158c-14b0-413f-ada9-caa680e0634e" providerId="ADAL" clId="{38360C28-119E-424D-9A3F-428F711A8AF8}" dt="2026-09-17T08:14:34.530" v="179" actId="478"/>
          <ac:spMkLst>
            <pc:docMk/>
            <pc:sldMk cId="0" sldId="268"/>
            <ac:spMk id="18" creationId="{88DD3245-FD4B-7C44-06CD-7F048EA81B3B}"/>
          </ac:spMkLst>
        </pc:spChg>
        <pc:spChg chg="add del mod">
          <ac:chgData name="Andrés  Méndez Hurtado" userId="f2af158c-14b0-413f-ada9-caa680e0634e" providerId="ADAL" clId="{38360C28-119E-424D-9A3F-428F711A8AF8}" dt="2026-09-17T08:14:34.530" v="179" actId="478"/>
          <ac:spMkLst>
            <pc:docMk/>
            <pc:sldMk cId="0" sldId="268"/>
            <ac:spMk id="19" creationId="{6DB3E1B1-F12E-CEFB-E643-86780DA17468}"/>
          </ac:spMkLst>
        </pc:spChg>
        <pc:spChg chg="add del mod">
          <ac:chgData name="Andrés  Méndez Hurtado" userId="f2af158c-14b0-413f-ada9-caa680e0634e" providerId="ADAL" clId="{38360C28-119E-424D-9A3F-428F711A8AF8}" dt="2026-09-17T08:14:34.530" v="179" actId="478"/>
          <ac:spMkLst>
            <pc:docMk/>
            <pc:sldMk cId="0" sldId="268"/>
            <ac:spMk id="20" creationId="{8FE6C626-D2C7-1258-96D9-22F5CA98BE19}"/>
          </ac:spMkLst>
        </pc:spChg>
        <pc:spChg chg="add del mod">
          <ac:chgData name="Andrés  Méndez Hurtado" userId="f2af158c-14b0-413f-ada9-caa680e0634e" providerId="ADAL" clId="{38360C28-119E-424D-9A3F-428F711A8AF8}" dt="2026-09-17T08:14:34.530" v="179" actId="478"/>
          <ac:spMkLst>
            <pc:docMk/>
            <pc:sldMk cId="0" sldId="268"/>
            <ac:spMk id="21" creationId="{3AB75C69-7092-AAD1-CFB0-3714FB517AF4}"/>
          </ac:spMkLst>
        </pc:spChg>
        <pc:spChg chg="add del mod">
          <ac:chgData name="Andrés  Méndez Hurtado" userId="f2af158c-14b0-413f-ada9-caa680e0634e" providerId="ADAL" clId="{38360C28-119E-424D-9A3F-428F711A8AF8}" dt="2026-09-17T08:14:34.530" v="179" actId="478"/>
          <ac:spMkLst>
            <pc:docMk/>
            <pc:sldMk cId="0" sldId="268"/>
            <ac:spMk id="24" creationId="{E69F662E-8361-73A3-2D29-F92831E8FE3F}"/>
          </ac:spMkLst>
        </pc:spChg>
        <pc:spChg chg="add del mod">
          <ac:chgData name="Andrés  Méndez Hurtado" userId="f2af158c-14b0-413f-ada9-caa680e0634e" providerId="ADAL" clId="{38360C28-119E-424D-9A3F-428F711A8AF8}" dt="2026-09-17T08:14:34.530" v="179" actId="478"/>
          <ac:spMkLst>
            <pc:docMk/>
            <pc:sldMk cId="0" sldId="268"/>
            <ac:spMk id="25" creationId="{B1A7E407-DCA8-A7D8-505E-05C88F6F9FE6}"/>
          </ac:spMkLst>
        </pc:spChg>
        <pc:spChg chg="add del mod">
          <ac:chgData name="Andrés  Méndez Hurtado" userId="f2af158c-14b0-413f-ada9-caa680e0634e" providerId="ADAL" clId="{38360C28-119E-424D-9A3F-428F711A8AF8}" dt="2026-09-17T08:14:34.530" v="179" actId="478"/>
          <ac:spMkLst>
            <pc:docMk/>
            <pc:sldMk cId="0" sldId="268"/>
            <ac:spMk id="26" creationId="{DE565C8D-3B65-74BC-109A-F9E7056186DC}"/>
          </ac:spMkLst>
        </pc:spChg>
        <pc:spChg chg="del">
          <ac:chgData name="Andrés  Méndez Hurtado" userId="f2af158c-14b0-413f-ada9-caa680e0634e" providerId="ADAL" clId="{38360C28-119E-424D-9A3F-428F711A8AF8}" dt="2026-09-17T08:14:41.620" v="180" actId="478"/>
          <ac:spMkLst>
            <pc:docMk/>
            <pc:sldMk cId="0" sldId="268"/>
            <ac:spMk id="226" creationId="{00000000-0000-0000-0000-000000000000}"/>
          </ac:spMkLst>
        </pc:spChg>
        <pc:spChg chg="del">
          <ac:chgData name="Andrés  Méndez Hurtado" userId="f2af158c-14b0-413f-ada9-caa680e0634e" providerId="ADAL" clId="{38360C28-119E-424D-9A3F-428F711A8AF8}" dt="2026-09-17T08:14:41.620" v="180" actId="478"/>
          <ac:spMkLst>
            <pc:docMk/>
            <pc:sldMk cId="0" sldId="268"/>
            <ac:spMk id="228" creationId="{00000000-0000-0000-0000-000000000000}"/>
          </ac:spMkLst>
        </pc:spChg>
        <pc:spChg chg="del">
          <ac:chgData name="Andrés  Méndez Hurtado" userId="f2af158c-14b0-413f-ada9-caa680e0634e" providerId="ADAL" clId="{38360C28-119E-424D-9A3F-428F711A8AF8}" dt="2026-09-17T08:14:41.620" v="180" actId="478"/>
          <ac:spMkLst>
            <pc:docMk/>
            <pc:sldMk cId="0" sldId="268"/>
            <ac:spMk id="229" creationId="{00000000-0000-0000-0000-000000000000}"/>
          </ac:spMkLst>
        </pc:spChg>
        <pc:spChg chg="del">
          <ac:chgData name="Andrés  Méndez Hurtado" userId="f2af158c-14b0-413f-ada9-caa680e0634e" providerId="ADAL" clId="{38360C28-119E-424D-9A3F-428F711A8AF8}" dt="2026-09-17T08:14:41.620" v="180" actId="478"/>
          <ac:spMkLst>
            <pc:docMk/>
            <pc:sldMk cId="0" sldId="268"/>
            <ac:spMk id="232" creationId="{00000000-0000-0000-0000-000000000000}"/>
          </ac:spMkLst>
        </pc:spChg>
        <pc:spChg chg="del">
          <ac:chgData name="Andrés  Méndez Hurtado" userId="f2af158c-14b0-413f-ada9-caa680e0634e" providerId="ADAL" clId="{38360C28-119E-424D-9A3F-428F711A8AF8}" dt="2026-09-17T08:14:41.620" v="180" actId="478"/>
          <ac:spMkLst>
            <pc:docMk/>
            <pc:sldMk cId="0" sldId="268"/>
            <ac:spMk id="238" creationId="{00000000-0000-0000-0000-000000000000}"/>
          </ac:spMkLst>
        </pc:spChg>
        <pc:spChg chg="del">
          <ac:chgData name="Andrés  Méndez Hurtado" userId="f2af158c-14b0-413f-ada9-caa680e0634e" providerId="ADAL" clId="{38360C28-119E-424D-9A3F-428F711A8AF8}" dt="2026-09-17T08:14:41.620" v="180" actId="478"/>
          <ac:spMkLst>
            <pc:docMk/>
            <pc:sldMk cId="0" sldId="268"/>
            <ac:spMk id="241" creationId="{00000000-0000-0000-0000-000000000000}"/>
          </ac:spMkLst>
        </pc:spChg>
        <pc:spChg chg="del">
          <ac:chgData name="Andrés  Méndez Hurtado" userId="f2af158c-14b0-413f-ada9-caa680e0634e" providerId="ADAL" clId="{38360C28-119E-424D-9A3F-428F711A8AF8}" dt="2026-09-17T08:14:41.620" v="180" actId="478"/>
          <ac:spMkLst>
            <pc:docMk/>
            <pc:sldMk cId="0" sldId="268"/>
            <ac:spMk id="246" creationId="{00000000-0000-0000-0000-000000000000}"/>
          </ac:spMkLst>
        </pc:spChg>
        <pc:picChg chg="add mod">
          <ac:chgData name="Andrés  Méndez Hurtado" userId="f2af158c-14b0-413f-ada9-caa680e0634e" providerId="ADAL" clId="{38360C28-119E-424D-9A3F-428F711A8AF8}" dt="2026-09-17T08:14:49.085" v="184" actId="1076"/>
          <ac:picMkLst>
            <pc:docMk/>
            <pc:sldMk cId="0" sldId="268"/>
            <ac:picMk id="31" creationId="{E15CBA57-D2F2-39F5-335C-906B25CC0428}"/>
          </ac:picMkLst>
        </pc:picChg>
      </pc:sldChg>
      <pc:sldChg chg="addSp delSp modSp add mod">
        <pc:chgData name="Andrés  Méndez Hurtado" userId="f2af158c-14b0-413f-ada9-caa680e0634e" providerId="ADAL" clId="{38360C28-119E-424D-9A3F-428F711A8AF8}" dt="2026-09-17T07:34:25.958" v="116" actId="1076"/>
        <pc:sldMkLst>
          <pc:docMk/>
          <pc:sldMk cId="440864958" sldId="270"/>
        </pc:sldMkLst>
        <pc:picChg chg="add mod">
          <ac:chgData name="Andrés  Méndez Hurtado" userId="f2af158c-14b0-413f-ada9-caa680e0634e" providerId="ADAL" clId="{38360C28-119E-424D-9A3F-428F711A8AF8}" dt="2026-09-17T07:34:25.958" v="116" actId="1076"/>
          <ac:picMkLst>
            <pc:docMk/>
            <pc:sldMk cId="440864958" sldId="270"/>
            <ac:picMk id="3" creationId="{AACFD203-EC54-F591-71A2-434C1CA03735}"/>
          </ac:picMkLst>
        </pc:picChg>
        <pc:picChg chg="del mod">
          <ac:chgData name="Andrés  Méndez Hurtado" userId="f2af158c-14b0-413f-ada9-caa680e0634e" providerId="ADAL" clId="{38360C28-119E-424D-9A3F-428F711A8AF8}" dt="2026-09-17T07:32:31.171" v="112" actId="478"/>
          <ac:picMkLst>
            <pc:docMk/>
            <pc:sldMk cId="440864958" sldId="270"/>
            <ac:picMk id="5" creationId="{1A3D207D-828E-0EE9-9BA5-63A5C90B2DD8}"/>
          </ac:picMkLst>
        </pc:picChg>
      </pc:sldChg>
      <pc:sldChg chg="new del">
        <pc:chgData name="Andrés  Méndez Hurtado" userId="f2af158c-14b0-413f-ada9-caa680e0634e" providerId="ADAL" clId="{38360C28-119E-424D-9A3F-428F711A8AF8}" dt="2026-09-17T07:34:31.947" v="118" actId="680"/>
        <pc:sldMkLst>
          <pc:docMk/>
          <pc:sldMk cId="113351973" sldId="271"/>
        </pc:sldMkLst>
      </pc:sldChg>
      <pc:sldChg chg="addSp delSp modSp add mod">
        <pc:chgData name="Andrés  Méndez Hurtado" userId="f2af158c-14b0-413f-ada9-caa680e0634e" providerId="ADAL" clId="{38360C28-119E-424D-9A3F-428F711A8AF8}" dt="2026-09-17T07:37:19.913" v="124" actId="1076"/>
        <pc:sldMkLst>
          <pc:docMk/>
          <pc:sldMk cId="3129106152" sldId="271"/>
        </pc:sldMkLst>
        <pc:picChg chg="del">
          <ac:chgData name="Andrés  Méndez Hurtado" userId="f2af158c-14b0-413f-ada9-caa680e0634e" providerId="ADAL" clId="{38360C28-119E-424D-9A3F-428F711A8AF8}" dt="2026-09-17T07:34:43.770" v="121" actId="478"/>
          <ac:picMkLst>
            <pc:docMk/>
            <pc:sldMk cId="3129106152" sldId="271"/>
            <ac:picMk id="3" creationId="{F6600C0A-315D-8C99-D72B-5866EA1B64CA}"/>
          </ac:picMkLst>
        </pc:picChg>
        <pc:picChg chg="add mod">
          <ac:chgData name="Andrés  Méndez Hurtado" userId="f2af158c-14b0-413f-ada9-caa680e0634e" providerId="ADAL" clId="{38360C28-119E-424D-9A3F-428F711A8AF8}" dt="2026-09-17T07:37:19.913" v="124" actId="1076"/>
          <ac:picMkLst>
            <pc:docMk/>
            <pc:sldMk cId="3129106152" sldId="271"/>
            <ac:picMk id="4" creationId="{08165DBD-C015-7036-6C18-0742A70556D1}"/>
          </ac:picMkLst>
        </pc:picChg>
      </pc:sldChg>
      <pc:sldChg chg="addSp delSp modSp add mod">
        <pc:chgData name="Andrés  Méndez Hurtado" userId="f2af158c-14b0-413f-ada9-caa680e0634e" providerId="ADAL" clId="{38360C28-119E-424D-9A3F-428F711A8AF8}" dt="2026-09-17T08:01:42.608" v="171" actId="1076"/>
        <pc:sldMkLst>
          <pc:docMk/>
          <pc:sldMk cId="4141553432" sldId="272"/>
        </pc:sldMkLst>
        <pc:spChg chg="del mod">
          <ac:chgData name="Andrés  Méndez Hurtado" userId="f2af158c-14b0-413f-ada9-caa680e0634e" providerId="ADAL" clId="{38360C28-119E-424D-9A3F-428F711A8AF8}" dt="2026-09-17T08:00:46.217" v="161" actId="478"/>
          <ac:spMkLst>
            <pc:docMk/>
            <pc:sldMk cId="4141553432" sldId="272"/>
            <ac:spMk id="165" creationId="{3F472D83-C9A6-107B-0090-7CEC4F065049}"/>
          </ac:spMkLst>
        </pc:spChg>
        <pc:spChg chg="del">
          <ac:chgData name="Andrés  Méndez Hurtado" userId="f2af158c-14b0-413f-ada9-caa680e0634e" providerId="ADAL" clId="{38360C28-119E-424D-9A3F-428F711A8AF8}" dt="2026-09-17T08:00:52.401" v="168" actId="478"/>
          <ac:spMkLst>
            <pc:docMk/>
            <pc:sldMk cId="4141553432" sldId="272"/>
            <ac:spMk id="166" creationId="{0AA43CB1-7169-938D-B151-0B843B5E7F64}"/>
          </ac:spMkLst>
        </pc:spChg>
        <pc:spChg chg="del">
          <ac:chgData name="Andrés  Méndez Hurtado" userId="f2af158c-14b0-413f-ada9-caa680e0634e" providerId="ADAL" clId="{38360C28-119E-424D-9A3F-428F711A8AF8}" dt="2026-09-17T08:00:44.122" v="159" actId="478"/>
          <ac:spMkLst>
            <pc:docMk/>
            <pc:sldMk cId="4141553432" sldId="272"/>
            <ac:spMk id="167" creationId="{EA6753C4-5E3B-BD02-38CC-16B917620261}"/>
          </ac:spMkLst>
        </pc:spChg>
        <pc:spChg chg="del">
          <ac:chgData name="Andrés  Méndez Hurtado" userId="f2af158c-14b0-413f-ada9-caa680e0634e" providerId="ADAL" clId="{38360C28-119E-424D-9A3F-428F711A8AF8}" dt="2026-09-17T08:00:47.226" v="163" actId="478"/>
          <ac:spMkLst>
            <pc:docMk/>
            <pc:sldMk cId="4141553432" sldId="272"/>
            <ac:spMk id="168" creationId="{0628BA8F-12BA-E9C9-F204-30922C79C62A}"/>
          </ac:spMkLst>
        </pc:spChg>
        <pc:spChg chg="del mod">
          <ac:chgData name="Andrés  Méndez Hurtado" userId="f2af158c-14b0-413f-ada9-caa680e0634e" providerId="ADAL" clId="{38360C28-119E-424D-9A3F-428F711A8AF8}" dt="2026-09-17T08:00:51.192" v="167" actId="478"/>
          <ac:spMkLst>
            <pc:docMk/>
            <pc:sldMk cId="4141553432" sldId="272"/>
            <ac:spMk id="169" creationId="{7FD74CFE-9069-95E5-DDBF-DBBD2F542BDD}"/>
          </ac:spMkLst>
        </pc:spChg>
        <pc:spChg chg="del mod">
          <ac:chgData name="Andrés  Méndez Hurtado" userId="f2af158c-14b0-413f-ada9-caa680e0634e" providerId="ADAL" clId="{38360C28-119E-424D-9A3F-428F711A8AF8}" dt="2026-09-17T08:00:49.329" v="165" actId="478"/>
          <ac:spMkLst>
            <pc:docMk/>
            <pc:sldMk cId="4141553432" sldId="272"/>
            <ac:spMk id="170" creationId="{E97109EA-B0A0-045B-F047-22379FE3C868}"/>
          </ac:spMkLst>
        </pc:spChg>
        <pc:spChg chg="del mod">
          <ac:chgData name="Andrés  Méndez Hurtado" userId="f2af158c-14b0-413f-ada9-caa680e0634e" providerId="ADAL" clId="{38360C28-119E-424D-9A3F-428F711A8AF8}" dt="2026-09-17T08:00:40.045" v="158" actId="478"/>
          <ac:spMkLst>
            <pc:docMk/>
            <pc:sldMk cId="4141553432" sldId="272"/>
            <ac:spMk id="171" creationId="{BFCD04FE-88FD-7580-8991-4EC99D0ED0CC}"/>
          </ac:spMkLst>
        </pc:spChg>
        <pc:picChg chg="add mod">
          <ac:chgData name="Andrés  Méndez Hurtado" userId="f2af158c-14b0-413f-ada9-caa680e0634e" providerId="ADAL" clId="{38360C28-119E-424D-9A3F-428F711A8AF8}" dt="2026-09-17T08:01:42.608" v="171" actId="1076"/>
          <ac:picMkLst>
            <pc:docMk/>
            <pc:sldMk cId="4141553432" sldId="272"/>
            <ac:picMk id="3" creationId="{3F38F441-0AFC-51C0-1156-1F0A9DD305A6}"/>
          </ac:picMkLst>
        </pc:picChg>
      </pc:sldChg>
      <pc:sldChg chg="addSp modSp new mod">
        <pc:chgData name="Andrés  Méndez Hurtado" userId="f2af158c-14b0-413f-ada9-caa680e0634e" providerId="ADAL" clId="{38360C28-119E-424D-9A3F-428F711A8AF8}" dt="2026-09-17T08:11:51.840" v="176" actId="1076"/>
        <pc:sldMkLst>
          <pc:docMk/>
          <pc:sldMk cId="3595331040" sldId="273"/>
        </pc:sldMkLst>
        <pc:picChg chg="add mod">
          <ac:chgData name="Andrés  Méndez Hurtado" userId="f2af158c-14b0-413f-ada9-caa680e0634e" providerId="ADAL" clId="{38360C28-119E-424D-9A3F-428F711A8AF8}" dt="2026-09-17T08:11:51.840" v="176" actId="1076"/>
          <ac:picMkLst>
            <pc:docMk/>
            <pc:sldMk cId="3595331040" sldId="273"/>
            <ac:picMk id="3" creationId="{27870F12-7D1D-C110-F176-C4ACFCFF24E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Welcome. Before we write a single line of code, I want you to know what you are actually opening when you double-click that blue icon, and why there are four windows instead of one. Nothing today is something you have to memorise.</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 name="Google Shape;2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 was born in the 1990s in a statistics department, and that shows: things other languages need libraries for - a mean, a linear model, a boxplot - are built in. It is free in both senses: you pay nothing, and anyone can see and improve the code. That is why it became the standard in academia, and increasingly outside it.</a:t>
            </a:r>
            <a:endParaRPr/>
          </a:p>
        </p:txBody>
      </p:sp>
      <p:sp>
        <p:nvSpPr>
          <p:cNvPr id="25" name="Google Shape;2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slide I would like you to remember if you forget everything else. The first week in R is slower than the same work in a spreadsheet - that is honest and it is normal. What you buy with that week is that the analysis is written down. When a reviewer asks how you filtered your samples, the answer is a line of text, not a memory of which buttons you pressed last March.</a:t>
            </a:r>
            <a:endParaRPr/>
          </a:p>
        </p:txBody>
      </p:sp>
      <p:sp>
        <p:nvSpPr>
          <p:cNvPr id="47" name="Google Shape;4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car analogy works well here: R is the engine, RStudio is the dashboard and the steering wheel. If you install only RStudio, nothing works - there is no engine. If you install only R, everything works but it is uncomfortable. Order matters: R first, RStudio second, because RStudio looks for an R installation when it starts.</a:t>
            </a:r>
            <a:endParaRPr/>
          </a:p>
        </p:txBody>
      </p:sp>
      <p:sp>
        <p:nvSpPr>
          <p:cNvPr id="61" name="Google Shape;6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what you will see when you open RStudio - and yes, the first time it looks like too much. It is always the same four panes, always in the same corners, and you can resize or maximise any of them. If your window looks different, it is because a pane is collapsed, not because something is broken. We will go one by one.</a:t>
            </a:r>
            <a:endParaRPr/>
          </a:p>
        </p:txBody>
      </p:sp>
      <p:sp>
        <p:nvSpPr>
          <p:cNvPr id="77" name="Google Shape;7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B05A6293-6DCF-2144-9389-827F9BF78976}"/>
            </a:ext>
          </a:extLst>
        </p:cNvPr>
        <p:cNvGrpSpPr/>
        <p:nvPr/>
      </p:nvGrpSpPr>
      <p:grpSpPr>
        <a:xfrm>
          <a:off x="0" y="0"/>
          <a:ext cx="0" cy="0"/>
          <a:chOff x="0" y="0"/>
          <a:chExt cx="0" cy="0"/>
        </a:xfrm>
      </p:grpSpPr>
      <p:sp>
        <p:nvSpPr>
          <p:cNvPr id="75" name="Google Shape;75;p5:notes">
            <a:extLst>
              <a:ext uri="{FF2B5EF4-FFF2-40B4-BE49-F238E27FC236}">
                <a16:creationId xmlns:a16="http://schemas.microsoft.com/office/drawing/2014/main" id="{66AA372F-BC30-5195-AD2D-D38BB9D1F8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5:notes">
            <a:extLst>
              <a:ext uri="{FF2B5EF4-FFF2-40B4-BE49-F238E27FC236}">
                <a16:creationId xmlns:a16="http://schemas.microsoft.com/office/drawing/2014/main" id="{B7599C6B-F0D2-7977-B275-C6EAAA13AFD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what you will see when you open RStudio - and yes, the first time it looks like too much. It is always the same four panes, always in the same corners, and you can resize or maximise any of them. If your window looks different, it is because a pane is collapsed, not because something is broken. We will go one by one.</a:t>
            </a:r>
            <a:endParaRPr/>
          </a:p>
        </p:txBody>
      </p:sp>
      <p:sp>
        <p:nvSpPr>
          <p:cNvPr id="77" name="Google Shape;77;p5:notes">
            <a:extLst>
              <a:ext uri="{FF2B5EF4-FFF2-40B4-BE49-F238E27FC236}">
                <a16:creationId xmlns:a16="http://schemas.microsoft.com/office/drawing/2014/main" id="{50F7EBF0-077A-2038-4A33-7DEB6005E59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4113168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147B53FF-4340-0998-72F0-ABE978B2AAE6}"/>
            </a:ext>
          </a:extLst>
        </p:cNvPr>
        <p:cNvGrpSpPr/>
        <p:nvPr/>
      </p:nvGrpSpPr>
      <p:grpSpPr>
        <a:xfrm>
          <a:off x="0" y="0"/>
          <a:ext cx="0" cy="0"/>
          <a:chOff x="0" y="0"/>
          <a:chExt cx="0" cy="0"/>
        </a:xfrm>
      </p:grpSpPr>
      <p:sp>
        <p:nvSpPr>
          <p:cNvPr id="75" name="Google Shape;75;p5:notes">
            <a:extLst>
              <a:ext uri="{FF2B5EF4-FFF2-40B4-BE49-F238E27FC236}">
                <a16:creationId xmlns:a16="http://schemas.microsoft.com/office/drawing/2014/main" id="{1974BBD5-8E1C-09C6-EA7E-A5BB70DE2F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5:notes">
            <a:extLst>
              <a:ext uri="{FF2B5EF4-FFF2-40B4-BE49-F238E27FC236}">
                <a16:creationId xmlns:a16="http://schemas.microsoft.com/office/drawing/2014/main" id="{BA9FBA94-2FC2-6FF1-F7EC-C40FCF53F0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what you will see when you open RStudio - and yes, the first time it looks like too much. It is always the same four panes, always in the same corners, and you can resize or maximise any of them. If your window looks different, it is because a pane is collapsed, not because something is broken. We will go one by one.</a:t>
            </a:r>
            <a:endParaRPr/>
          </a:p>
        </p:txBody>
      </p:sp>
      <p:sp>
        <p:nvSpPr>
          <p:cNvPr id="77" name="Google Shape;77;p5:notes">
            <a:extLst>
              <a:ext uri="{FF2B5EF4-FFF2-40B4-BE49-F238E27FC236}">
                <a16:creationId xmlns:a16="http://schemas.microsoft.com/office/drawing/2014/main" id="{2584A777-4DA0-865B-3F1A-1CCB5D66152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37870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editor is just a text editor - like Word, but for code, with colours. Writing a line here does nothing until you send it to R. That surprises people: they type, press Enter, and nothing happens. Enter makes a new line; Ctrl+Enter is what runs it. Everything you write here gets saved, which is exactly the point.</a:t>
            </a:r>
            <a:endParaRPr/>
          </a:p>
        </p:txBody>
      </p:sp>
      <p:sp>
        <p:nvSpPr>
          <p:cNvPr id="109" name="Google Shape;10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console is R itself. Notice the results printed here, and notice the red line in this screenshot - that is a real error I made: 'object not found'. Errors are completely normal, they are not a sign you are bad at this. The important habit: the console is scratch paper, the script is the notebook you keep.</a:t>
            </a:r>
            <a:endParaRPr/>
          </a:p>
        </p:txBody>
      </p:sp>
      <p:sp>
        <p:nvSpPr>
          <p:cNvPr id="122" name="Google Shape;12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pane that makes the difference between confusion and clarity. Everything you create appears here. If your code says the object does not exist, look here first - it is usually just not created yet, or you spelled it differently. And a key idea: this is memory. Your data files on disk are untouched; the environment is a temporary copy R is holding for you.</a:t>
            </a:r>
            <a:endParaRPr/>
          </a:p>
        </p:txBody>
      </p:sp>
      <p:sp>
        <p:nvSpPr>
          <p:cNvPr id="135" name="Google Shape;13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corner is a set of tabs rather than one thing. The Files tab is useful in the first weeks because it shows you where you actually are: notice in the screenshot the folder with the input and output subfolders and the scripts sitting next to them. The Help tab we will use constantly.</a:t>
            </a:r>
            <a:endParaRPr/>
          </a:p>
        </p:txBody>
      </p:sp>
      <p:sp>
        <p:nvSpPr>
          <p:cNvPr id="148" name="Google Shape;14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notebook is what you would get if a script and a Word document had a child: paragraphs of text, and blocks of code whose output appears right underneath. It is how a lot of people share analyses, and this whole course could have been written as one. We will use plain scripts because there is one less thing to explain, but you should know the option exists - once you are comfortable, notebooks are excellent for reports.</a:t>
            </a:r>
            <a:endParaRPr/>
          </a:p>
        </p:txBody>
      </p:sp>
      <p:sp>
        <p:nvSpPr>
          <p:cNvPr id="161" name="Google Shape;16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D3FED240-7BE2-9D34-3C01-53D2A4594694}"/>
            </a:ext>
          </a:extLst>
        </p:cNvPr>
        <p:cNvGrpSpPr/>
        <p:nvPr/>
      </p:nvGrpSpPr>
      <p:grpSpPr>
        <a:xfrm>
          <a:off x="0" y="0"/>
          <a:ext cx="0" cy="0"/>
          <a:chOff x="0" y="0"/>
          <a:chExt cx="0" cy="0"/>
        </a:xfrm>
      </p:grpSpPr>
      <p:sp>
        <p:nvSpPr>
          <p:cNvPr id="159" name="Google Shape;159;p10:notes">
            <a:extLst>
              <a:ext uri="{FF2B5EF4-FFF2-40B4-BE49-F238E27FC236}">
                <a16:creationId xmlns:a16="http://schemas.microsoft.com/office/drawing/2014/main" id="{222345DA-3E71-0260-6BE7-0F3E1CA9D6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0:notes">
            <a:extLst>
              <a:ext uri="{FF2B5EF4-FFF2-40B4-BE49-F238E27FC236}">
                <a16:creationId xmlns:a16="http://schemas.microsoft.com/office/drawing/2014/main" id="{D7D9BE20-150D-18A4-5003-77423B40B8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notebook is what you would get if a script and a Word document had a child: paragraphs of text, and blocks of code whose output appears right underneath. It is how a lot of people share analyses, and this whole course could have been written as one. We will use plain scripts because there is one less thing to explain, but you should know the option exists - once you are comfortable, notebooks are excellent for reports.</a:t>
            </a:r>
            <a:endParaRPr/>
          </a:p>
        </p:txBody>
      </p:sp>
      <p:sp>
        <p:nvSpPr>
          <p:cNvPr id="161" name="Google Shape;161;p10:notes">
            <a:extLst>
              <a:ext uri="{FF2B5EF4-FFF2-40B4-BE49-F238E27FC236}">
                <a16:creationId xmlns:a16="http://schemas.microsoft.com/office/drawing/2014/main" id="{F4FC1A8C-94B3-7638-C0D1-F21BFC11A15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47078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mental model I like: installing is buying the book and putting it on your shelf; loading is taking it down and opening it. You buy it once. You open it every time you want to read it. People get this wrong in both directions - reinstalling a package every single time, which is slow, or expecting a package to be available after a restart without loading it, which gives 'could not find function'.</a:t>
            </a:r>
            <a:endParaRPr/>
          </a:p>
        </p:txBody>
      </p:sp>
      <p:sp>
        <p:nvSpPr>
          <p:cNvPr id="175" name="Google Shape;17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 the quotes: install.packages needs them because at that moment the package is just a name, a string of text. library does not, because by then R knows it as a thing. Nobody remembers this rule at first and it does not matter - the error message tells you. Also mention that installation can take a minute and prints a lot of red text that is not an error.</a:t>
            </a:r>
            <a:endParaRPr/>
          </a:p>
        </p:txBody>
      </p:sp>
      <p:sp>
        <p:nvSpPr>
          <p:cNvPr id="195" name="Google Shape;19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58314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None of this is a rule; it is just the rhythm you will fall into. The one piece I would insist on is the last: save the script, not the results. Results are cheap - you can always run the script again. A script you never wrote down is gone forever.</a:t>
            </a:r>
            <a:endParaRPr/>
          </a:p>
        </p:txBody>
      </p:sp>
      <p:sp>
        <p:nvSpPr>
          <p:cNvPr id="215" name="Google Shape;21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Close by lowering the stakes: none of this needs memorising today. The only thing I want them to leave with is the map - four panes, an environment that is memory, a script that is the real deliverable, and packages you install once and load every time.</a:t>
            </a:r>
            <a:endParaRPr/>
          </a:p>
        </p:txBody>
      </p:sp>
      <p:sp>
        <p:nvSpPr>
          <p:cNvPr id="252" name="Google Shape;25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Shape 15"/>
        <p:cNvGrpSpPr/>
        <p:nvPr/>
      </p:nvGrpSpPr>
      <p:grpSpPr>
        <a:xfrm>
          <a:off x="0" y="0"/>
          <a:ext cx="0" cy="0"/>
          <a:chOff x="0" y="0"/>
          <a:chExt cx="0" cy="0"/>
        </a:xfrm>
      </p:grpSpPr>
      <p:sp>
        <p:nvSpPr>
          <p:cNvPr id="16" name="Google Shape;16;p1"/>
          <p:cNvSpPr/>
          <p:nvPr/>
        </p:nvSpPr>
        <p:spPr>
          <a:xfrm>
            <a:off x="685800" y="1417320"/>
            <a:ext cx="2651760" cy="475488"/>
          </a:xfrm>
          <a:prstGeom prst="roundRect">
            <a:avLst>
              <a:gd name="adj" fmla="val 19231"/>
            </a:avLst>
          </a:prstGeom>
          <a:solidFill>
            <a:srgbClr val="40916C"/>
          </a:solidFill>
          <a:ln w="12700" cap="flat" cmpd="sng">
            <a:solidFill>
              <a:srgbClr val="4091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txBox="1"/>
          <p:nvPr/>
        </p:nvSpPr>
        <p:spPr>
          <a:xfrm>
            <a:off x="685800" y="1417320"/>
            <a:ext cx="2651760"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BEFORE WE START</a:t>
            </a:r>
            <a:endParaRPr sz="1300" b="0" i="0" u="none" strike="noStrike" cap="none">
              <a:solidFill>
                <a:schemeClr val="dk1"/>
              </a:solidFill>
              <a:latin typeface="Calibri"/>
              <a:ea typeface="Calibri"/>
              <a:cs typeface="Calibri"/>
              <a:sym typeface="Calibri"/>
            </a:endParaRPr>
          </a:p>
        </p:txBody>
      </p:sp>
      <p:sp>
        <p:nvSpPr>
          <p:cNvPr id="18" name="Google Shape;18;p1"/>
          <p:cNvSpPr txBox="1"/>
          <p:nvPr/>
        </p:nvSpPr>
        <p:spPr>
          <a:xfrm>
            <a:off x="685800" y="2103120"/>
            <a:ext cx="10817352"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4800"/>
              <a:buFont typeface="Cambria"/>
              <a:buNone/>
            </a:pPr>
            <a:r>
              <a:rPr lang="en-US" sz="4800" b="1" i="0" u="none" strike="noStrike" cap="none">
                <a:solidFill>
                  <a:srgbClr val="FFFFFF"/>
                </a:solidFill>
                <a:latin typeface="Cambria"/>
                <a:ea typeface="Cambria"/>
                <a:cs typeface="Cambria"/>
                <a:sym typeface="Cambria"/>
              </a:rPr>
              <a:t>Introduction to R and RStudio</a:t>
            </a:r>
            <a:endParaRPr sz="4800" b="0" i="0" u="none" strike="noStrike" cap="none">
              <a:solidFill>
                <a:schemeClr val="dk1"/>
              </a:solidFill>
              <a:latin typeface="Calibri"/>
              <a:ea typeface="Calibri"/>
              <a:cs typeface="Calibri"/>
              <a:sym typeface="Calibri"/>
            </a:endParaRPr>
          </a:p>
        </p:txBody>
      </p:sp>
      <p:sp>
        <p:nvSpPr>
          <p:cNvPr id="19" name="Google Shape;19;p1"/>
          <p:cNvSpPr txBox="1"/>
          <p:nvPr/>
        </p:nvSpPr>
        <p:spPr>
          <a:xfrm>
            <a:off x="685800" y="3063240"/>
            <a:ext cx="990295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8F3DC"/>
              </a:buClr>
              <a:buSzPts val="2000"/>
              <a:buFont typeface="Calibri"/>
              <a:buNone/>
            </a:pPr>
            <a:r>
              <a:rPr lang="en-US" sz="2000" b="0" i="0" u="none" strike="noStrike" cap="none">
                <a:solidFill>
                  <a:srgbClr val="D8F3DC"/>
                </a:solidFill>
                <a:latin typeface="Calibri"/>
                <a:ea typeface="Calibri"/>
                <a:cs typeface="Calibri"/>
                <a:sym typeface="Calibri"/>
              </a:rPr>
              <a:t>What R is, what RStudio is, and what all those windows are for</a:t>
            </a:r>
            <a:endParaRPr sz="2000" b="0" i="0" u="none" strike="noStrike" cap="none">
              <a:solidFill>
                <a:schemeClr val="dk1"/>
              </a:solidFill>
              <a:latin typeface="Calibri"/>
              <a:ea typeface="Calibri"/>
              <a:cs typeface="Calibri"/>
              <a:sym typeface="Calibri"/>
            </a:endParaRPr>
          </a:p>
        </p:txBody>
      </p:sp>
      <p:cxnSp>
        <p:nvCxnSpPr>
          <p:cNvPr id="20" name="Google Shape;20;p1"/>
          <p:cNvCxnSpPr/>
          <p:nvPr/>
        </p:nvCxnSpPr>
        <p:spPr>
          <a:xfrm>
            <a:off x="685800" y="3886200"/>
            <a:ext cx="2926080" cy="0"/>
          </a:xfrm>
          <a:prstGeom prst="straightConnector1">
            <a:avLst/>
          </a:prstGeom>
          <a:noFill/>
          <a:ln w="38100" cap="flat" cmpd="sng">
            <a:solidFill>
              <a:srgbClr val="E9C46A"/>
            </a:solidFill>
            <a:prstDash val="solid"/>
            <a:round/>
            <a:headEnd type="none" w="sm" len="sm"/>
            <a:tailEnd type="none" w="sm" len="sm"/>
          </a:ln>
        </p:spPr>
      </p:cxnSp>
      <p:sp>
        <p:nvSpPr>
          <p:cNvPr id="21" name="Google Shape;21;p1"/>
          <p:cNvSpPr txBox="1"/>
          <p:nvPr/>
        </p:nvSpPr>
        <p:spPr>
          <a:xfrm>
            <a:off x="685800" y="4114800"/>
            <a:ext cx="108173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C46A"/>
              </a:buClr>
              <a:buSzPts val="1500"/>
              <a:buFont typeface="Calibri"/>
              <a:buNone/>
            </a:pPr>
            <a:r>
              <a:rPr lang="en-US" sz="1500" b="0" i="1" u="none" strike="noStrike" cap="none">
                <a:solidFill>
                  <a:srgbClr val="E9C46A"/>
                </a:solidFill>
                <a:latin typeface="Calibri"/>
                <a:ea typeface="Calibri"/>
                <a:cs typeface="Calibri"/>
                <a:sym typeface="Calibri"/>
              </a:rPr>
              <a:t>No code today. Just the map of the place.</a:t>
            </a:r>
            <a:endParaRPr sz="1500" b="0" i="0" u="none" strike="noStrike" cap="none">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26283F0A-3B2D-194E-6B4E-E5DD2508F9FA}"/>
              </a:ext>
            </a:extLst>
          </p:cNvPr>
          <p:cNvPicPr>
            <a:picLocks noChangeAspect="1"/>
          </p:cNvPicPr>
          <p:nvPr/>
        </p:nvPicPr>
        <p:blipFill>
          <a:blip r:embed="rId3"/>
          <a:srcRect r="62155"/>
          <a:stretch>
            <a:fillRect/>
          </a:stretch>
        </p:blipFill>
        <p:spPr>
          <a:xfrm>
            <a:off x="9949688" y="4939185"/>
            <a:ext cx="1459992" cy="1356241"/>
          </a:xfrm>
          <a:prstGeom prst="rect">
            <a:avLst/>
          </a:prstGeom>
        </p:spPr>
      </p:pic>
      <p:pic>
        <p:nvPicPr>
          <p:cNvPr id="5" name="Imagen 4">
            <a:extLst>
              <a:ext uri="{FF2B5EF4-FFF2-40B4-BE49-F238E27FC236}">
                <a16:creationId xmlns:a16="http://schemas.microsoft.com/office/drawing/2014/main" id="{9ABFB747-C5ED-3E75-A31A-979F63B4C8A4}"/>
              </a:ext>
            </a:extLst>
          </p:cNvPr>
          <p:cNvPicPr>
            <a:picLocks noChangeAspect="1"/>
          </p:cNvPicPr>
          <p:nvPr/>
        </p:nvPicPr>
        <p:blipFill>
          <a:blip r:embed="rId4"/>
          <a:stretch>
            <a:fillRect/>
          </a:stretch>
        </p:blipFill>
        <p:spPr>
          <a:xfrm>
            <a:off x="7180072" y="4860253"/>
            <a:ext cx="1852167" cy="14351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
        <p:cNvGrpSpPr/>
        <p:nvPr/>
      </p:nvGrpSpPr>
      <p:grpSpPr>
        <a:xfrm>
          <a:off x="0" y="0"/>
          <a:ext cx="0" cy="0"/>
          <a:chOff x="0" y="0"/>
          <a:chExt cx="0" cy="0"/>
        </a:xfrm>
      </p:grpSpPr>
      <p:sp>
        <p:nvSpPr>
          <p:cNvPr id="27" name="Google Shape;27;p2"/>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THE LANGUAGE</a:t>
            </a:r>
            <a:endParaRPr sz="1100" b="0" i="0" u="none" strike="noStrike" cap="none">
              <a:solidFill>
                <a:schemeClr val="dk1"/>
              </a:solidFill>
              <a:latin typeface="Calibri"/>
              <a:ea typeface="Calibri"/>
              <a:cs typeface="Calibri"/>
              <a:sym typeface="Calibri"/>
            </a:endParaRPr>
          </a:p>
        </p:txBody>
      </p:sp>
      <p:sp>
        <p:nvSpPr>
          <p:cNvPr id="28" name="Google Shape;28;p2"/>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What is R?</a:t>
            </a:r>
            <a:endParaRPr sz="3200" b="0" i="0" u="none" strike="noStrike" cap="none">
              <a:solidFill>
                <a:schemeClr val="dk1"/>
              </a:solidFill>
              <a:latin typeface="Calibri"/>
              <a:ea typeface="Calibri"/>
              <a:cs typeface="Calibri"/>
              <a:sym typeface="Calibri"/>
            </a:endParaRPr>
          </a:p>
        </p:txBody>
      </p:sp>
      <p:sp>
        <p:nvSpPr>
          <p:cNvPr id="29" name="Google Shape;29;p2"/>
          <p:cNvSpPr txBox="1"/>
          <p:nvPr/>
        </p:nvSpPr>
        <p:spPr>
          <a:xfrm>
            <a:off x="685800" y="1325880"/>
            <a:ext cx="10817352"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660"/>
              </a:buClr>
              <a:buSzPts val="1650"/>
              <a:buFont typeface="Calibri"/>
              <a:buNone/>
            </a:pPr>
            <a:r>
              <a:rPr lang="en-US" sz="1650" b="0" i="0" u="none" strike="noStrike" cap="none">
                <a:solidFill>
                  <a:srgbClr val="5A6660"/>
                </a:solidFill>
                <a:latin typeface="Calibri"/>
                <a:ea typeface="Calibri"/>
                <a:cs typeface="Calibri"/>
                <a:sym typeface="Calibri"/>
              </a:rPr>
              <a:t>R is a programming language created by statisticians, for working with data. You write instructions, R carries them out and gives you back numbers, tables or figures.</a:t>
            </a:r>
            <a:endParaRPr sz="1650" b="0" i="0" u="none" strike="noStrike" cap="none">
              <a:solidFill>
                <a:schemeClr val="dk1"/>
              </a:solidFill>
              <a:latin typeface="Calibri"/>
              <a:ea typeface="Calibri"/>
              <a:cs typeface="Calibri"/>
              <a:sym typeface="Calibri"/>
            </a:endParaRPr>
          </a:p>
        </p:txBody>
      </p:sp>
      <p:sp>
        <p:nvSpPr>
          <p:cNvPr id="30" name="Google Shape;30;p2"/>
          <p:cNvSpPr/>
          <p:nvPr/>
        </p:nvSpPr>
        <p:spPr>
          <a:xfrm>
            <a:off x="685800" y="2011680"/>
            <a:ext cx="2498598" cy="1920240"/>
          </a:xfrm>
          <a:prstGeom prst="roundRect">
            <a:avLst>
              <a:gd name="adj" fmla="val 2381"/>
            </a:avLst>
          </a:prstGeom>
          <a:solidFill>
            <a:srgbClr val="EDF7EF"/>
          </a:solidFill>
          <a:ln w="9525"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txBox="1"/>
          <p:nvPr/>
        </p:nvSpPr>
        <p:spPr>
          <a:xfrm>
            <a:off x="886968" y="2176272"/>
            <a:ext cx="209626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700"/>
              <a:buFont typeface="Cambria"/>
              <a:buNone/>
            </a:pPr>
            <a:r>
              <a:rPr lang="en-US" sz="1700" b="1" i="0" u="none" strike="noStrike" cap="none">
                <a:solidFill>
                  <a:srgbClr val="1B4332"/>
                </a:solidFill>
                <a:latin typeface="Cambria"/>
                <a:ea typeface="Cambria"/>
                <a:cs typeface="Cambria"/>
                <a:sym typeface="Cambria"/>
              </a:rPr>
              <a:t>Free and open</a:t>
            </a:r>
            <a:endParaRPr sz="1700" b="0" i="0" u="none" strike="noStrike" cap="none">
              <a:solidFill>
                <a:schemeClr val="dk1"/>
              </a:solidFill>
              <a:latin typeface="Calibri"/>
              <a:ea typeface="Calibri"/>
              <a:cs typeface="Calibri"/>
              <a:sym typeface="Calibri"/>
            </a:endParaRPr>
          </a:p>
        </p:txBody>
      </p:sp>
      <p:sp>
        <p:nvSpPr>
          <p:cNvPr id="32" name="Google Shape;32;p2"/>
          <p:cNvSpPr txBox="1"/>
          <p:nvPr/>
        </p:nvSpPr>
        <p:spPr>
          <a:xfrm>
            <a:off x="886968" y="2542032"/>
            <a:ext cx="2096262" cy="120700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350"/>
              <a:buFont typeface="Calibri"/>
              <a:buNone/>
            </a:pPr>
            <a:r>
              <a:rPr lang="en-US" sz="1350" b="0" i="0" u="none" strike="noStrike" cap="none">
                <a:solidFill>
                  <a:srgbClr val="5A6660"/>
                </a:solidFill>
                <a:latin typeface="Calibri"/>
                <a:ea typeface="Calibri"/>
                <a:cs typeface="Calibri"/>
                <a:sym typeface="Calibri"/>
              </a:rPr>
              <a:t>No licence, no subscription. Windows, Mac and Linux.</a:t>
            </a:r>
            <a:endParaRPr sz="1350" b="0" i="0" u="none" strike="noStrike" cap="none">
              <a:solidFill>
                <a:schemeClr val="dk1"/>
              </a:solidFill>
              <a:latin typeface="Calibri"/>
              <a:ea typeface="Calibri"/>
              <a:cs typeface="Calibri"/>
              <a:sym typeface="Calibri"/>
            </a:endParaRPr>
          </a:p>
        </p:txBody>
      </p:sp>
      <p:sp>
        <p:nvSpPr>
          <p:cNvPr id="33" name="Google Shape;33;p2"/>
          <p:cNvSpPr/>
          <p:nvPr/>
        </p:nvSpPr>
        <p:spPr>
          <a:xfrm>
            <a:off x="3458718" y="2011680"/>
            <a:ext cx="2498598" cy="1920240"/>
          </a:xfrm>
          <a:prstGeom prst="roundRect">
            <a:avLst>
              <a:gd name="adj" fmla="val 2381"/>
            </a:avLst>
          </a:prstGeom>
          <a:solidFill>
            <a:srgbClr val="EDF7EF"/>
          </a:solidFill>
          <a:ln w="9525"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txBox="1"/>
          <p:nvPr/>
        </p:nvSpPr>
        <p:spPr>
          <a:xfrm>
            <a:off x="3659886" y="2176272"/>
            <a:ext cx="209626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700"/>
              <a:buFont typeface="Cambria"/>
              <a:buNone/>
            </a:pPr>
            <a:r>
              <a:rPr lang="en-US" sz="1700" b="1" i="0" u="none" strike="noStrike" cap="none">
                <a:solidFill>
                  <a:srgbClr val="1B4332"/>
                </a:solidFill>
                <a:latin typeface="Cambria"/>
                <a:ea typeface="Cambria"/>
                <a:cs typeface="Cambria"/>
                <a:sym typeface="Cambria"/>
              </a:rPr>
              <a:t>Built for data</a:t>
            </a:r>
            <a:endParaRPr sz="1700" b="0" i="0" u="none" strike="noStrike" cap="none">
              <a:solidFill>
                <a:schemeClr val="dk1"/>
              </a:solidFill>
              <a:latin typeface="Calibri"/>
              <a:ea typeface="Calibri"/>
              <a:cs typeface="Calibri"/>
              <a:sym typeface="Calibri"/>
            </a:endParaRPr>
          </a:p>
        </p:txBody>
      </p:sp>
      <p:sp>
        <p:nvSpPr>
          <p:cNvPr id="35" name="Google Shape;35;p2"/>
          <p:cNvSpPr txBox="1"/>
          <p:nvPr/>
        </p:nvSpPr>
        <p:spPr>
          <a:xfrm>
            <a:off x="3659886" y="2542032"/>
            <a:ext cx="2096262" cy="120700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350"/>
              <a:buFont typeface="Calibri"/>
              <a:buNone/>
            </a:pPr>
            <a:r>
              <a:rPr lang="en-US" sz="1350" b="0" i="0" u="none" strike="noStrike" cap="none">
                <a:solidFill>
                  <a:srgbClr val="5A6660"/>
                </a:solidFill>
                <a:latin typeface="Calibri"/>
                <a:ea typeface="Calibri"/>
                <a:cs typeface="Calibri"/>
                <a:sym typeface="Calibri"/>
              </a:rPr>
              <a:t>Statistics, tables and plots are part of the language itself, not an add-on.</a:t>
            </a:r>
            <a:endParaRPr sz="1350" b="0" i="0" u="none" strike="noStrike" cap="none">
              <a:solidFill>
                <a:schemeClr val="dk1"/>
              </a:solidFill>
              <a:latin typeface="Calibri"/>
              <a:ea typeface="Calibri"/>
              <a:cs typeface="Calibri"/>
              <a:sym typeface="Calibri"/>
            </a:endParaRPr>
          </a:p>
        </p:txBody>
      </p:sp>
      <p:sp>
        <p:nvSpPr>
          <p:cNvPr id="36" name="Google Shape;36;p2"/>
          <p:cNvSpPr/>
          <p:nvPr/>
        </p:nvSpPr>
        <p:spPr>
          <a:xfrm>
            <a:off x="6231636" y="2011680"/>
            <a:ext cx="2498598" cy="1920240"/>
          </a:xfrm>
          <a:prstGeom prst="roundRect">
            <a:avLst>
              <a:gd name="adj" fmla="val 2381"/>
            </a:avLst>
          </a:prstGeom>
          <a:solidFill>
            <a:srgbClr val="EDF7EF"/>
          </a:solidFill>
          <a:ln w="9525"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txBox="1"/>
          <p:nvPr/>
        </p:nvSpPr>
        <p:spPr>
          <a:xfrm>
            <a:off x="6432804" y="2176272"/>
            <a:ext cx="209626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700"/>
              <a:buFont typeface="Cambria"/>
              <a:buNone/>
            </a:pPr>
            <a:r>
              <a:rPr lang="en-US" sz="1700" b="1" i="0" u="none" strike="noStrike" cap="none">
                <a:solidFill>
                  <a:srgbClr val="1B4332"/>
                </a:solidFill>
                <a:latin typeface="Cambria"/>
                <a:ea typeface="Cambria"/>
                <a:cs typeface="Cambria"/>
                <a:sym typeface="Cambria"/>
              </a:rPr>
              <a:t>Written, not clicked</a:t>
            </a:r>
            <a:endParaRPr sz="1700" b="0" i="0" u="none" strike="noStrike" cap="none">
              <a:solidFill>
                <a:schemeClr val="dk1"/>
              </a:solidFill>
              <a:latin typeface="Calibri"/>
              <a:ea typeface="Calibri"/>
              <a:cs typeface="Calibri"/>
              <a:sym typeface="Calibri"/>
            </a:endParaRPr>
          </a:p>
        </p:txBody>
      </p:sp>
      <p:sp>
        <p:nvSpPr>
          <p:cNvPr id="38" name="Google Shape;38;p2"/>
          <p:cNvSpPr txBox="1"/>
          <p:nvPr/>
        </p:nvSpPr>
        <p:spPr>
          <a:xfrm>
            <a:off x="6432804" y="2542032"/>
            <a:ext cx="2096262" cy="120700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350"/>
              <a:buFont typeface="Calibri"/>
              <a:buNone/>
            </a:pPr>
            <a:r>
              <a:rPr lang="en-US" sz="1350" b="0" i="0" u="none" strike="noStrike" cap="none">
                <a:solidFill>
                  <a:srgbClr val="5A6660"/>
                </a:solidFill>
                <a:latin typeface="Calibri"/>
                <a:ea typeface="Calibri"/>
                <a:cs typeface="Calibri"/>
                <a:sym typeface="Calibri"/>
              </a:rPr>
              <a:t>Everything you do is a line of text you can save, re-read and re-run.</a:t>
            </a:r>
            <a:endParaRPr sz="1350" b="0" i="0" u="none" strike="noStrike" cap="none">
              <a:solidFill>
                <a:schemeClr val="dk1"/>
              </a:solidFill>
              <a:latin typeface="Calibri"/>
              <a:ea typeface="Calibri"/>
              <a:cs typeface="Calibri"/>
              <a:sym typeface="Calibri"/>
            </a:endParaRPr>
          </a:p>
        </p:txBody>
      </p:sp>
      <p:sp>
        <p:nvSpPr>
          <p:cNvPr id="39" name="Google Shape;39;p2"/>
          <p:cNvSpPr/>
          <p:nvPr/>
        </p:nvSpPr>
        <p:spPr>
          <a:xfrm>
            <a:off x="9004554" y="2011680"/>
            <a:ext cx="2498598" cy="1920240"/>
          </a:xfrm>
          <a:prstGeom prst="roundRect">
            <a:avLst>
              <a:gd name="adj" fmla="val 2381"/>
            </a:avLst>
          </a:prstGeom>
          <a:solidFill>
            <a:srgbClr val="EDF7EF"/>
          </a:solidFill>
          <a:ln w="9525"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txBox="1"/>
          <p:nvPr/>
        </p:nvSpPr>
        <p:spPr>
          <a:xfrm>
            <a:off x="9205722" y="2176272"/>
            <a:ext cx="209626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700"/>
              <a:buFont typeface="Cambria"/>
              <a:buNone/>
            </a:pPr>
            <a:r>
              <a:rPr lang="en-US" sz="1700" b="1" i="0" u="none" strike="noStrike" cap="none">
                <a:solidFill>
                  <a:srgbClr val="1B4332"/>
                </a:solidFill>
                <a:latin typeface="Cambria"/>
                <a:ea typeface="Cambria"/>
                <a:cs typeface="Cambria"/>
                <a:sym typeface="Cambria"/>
              </a:rPr>
              <a:t>Enormous community</a:t>
            </a:r>
            <a:endParaRPr sz="1700" b="0" i="0" u="none" strike="noStrike" cap="none">
              <a:solidFill>
                <a:schemeClr val="dk1"/>
              </a:solidFill>
              <a:latin typeface="Calibri"/>
              <a:ea typeface="Calibri"/>
              <a:cs typeface="Calibri"/>
              <a:sym typeface="Calibri"/>
            </a:endParaRPr>
          </a:p>
        </p:txBody>
      </p:sp>
      <p:sp>
        <p:nvSpPr>
          <p:cNvPr id="41" name="Google Shape;41;p2"/>
          <p:cNvSpPr txBox="1"/>
          <p:nvPr/>
        </p:nvSpPr>
        <p:spPr>
          <a:xfrm>
            <a:off x="9205722" y="2615184"/>
            <a:ext cx="2096262" cy="120700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350"/>
              <a:buFont typeface="Calibri"/>
              <a:buNone/>
            </a:pPr>
            <a:r>
              <a:rPr lang="en-US" sz="1350" b="0" i="0" u="none" strike="noStrike" cap="none" dirty="0">
                <a:solidFill>
                  <a:srgbClr val="5A6660"/>
                </a:solidFill>
                <a:latin typeface="Calibri"/>
                <a:ea typeface="Calibri"/>
                <a:cs typeface="Calibri"/>
                <a:sym typeface="Calibri"/>
              </a:rPr>
              <a:t>Over 20,000 extensions, and an answer online for almost any question.</a:t>
            </a:r>
            <a:endParaRPr sz="1350" b="0" i="0" u="none" strike="noStrike" cap="none" dirty="0">
              <a:solidFill>
                <a:schemeClr val="dk1"/>
              </a:solidFill>
              <a:latin typeface="Calibri"/>
              <a:ea typeface="Calibri"/>
              <a:cs typeface="Calibri"/>
              <a:sym typeface="Calibri"/>
            </a:endParaRPr>
          </a:p>
        </p:txBody>
      </p:sp>
      <p:grpSp>
        <p:nvGrpSpPr>
          <p:cNvPr id="4" name="Grupo 3">
            <a:extLst>
              <a:ext uri="{FF2B5EF4-FFF2-40B4-BE49-F238E27FC236}">
                <a16:creationId xmlns:a16="http://schemas.microsoft.com/office/drawing/2014/main" id="{D522F9C8-0575-00A6-D1A8-2AE9EE009E33}"/>
              </a:ext>
            </a:extLst>
          </p:cNvPr>
          <p:cNvGrpSpPr/>
          <p:nvPr/>
        </p:nvGrpSpPr>
        <p:grpSpPr>
          <a:xfrm>
            <a:off x="685800" y="5654040"/>
            <a:ext cx="10817352" cy="960120"/>
            <a:chOff x="685800" y="4251960"/>
            <a:chExt cx="10817352" cy="960120"/>
          </a:xfrm>
        </p:grpSpPr>
        <p:sp>
          <p:nvSpPr>
            <p:cNvPr id="42" name="Google Shape;42;p2"/>
            <p:cNvSpPr/>
            <p:nvPr/>
          </p:nvSpPr>
          <p:spPr>
            <a:xfrm>
              <a:off x="685800" y="4251960"/>
              <a:ext cx="10817352" cy="960120"/>
            </a:xfrm>
            <a:prstGeom prst="roundRect">
              <a:avLst>
                <a:gd name="adj" fmla="val 5714"/>
              </a:avLst>
            </a:prstGeom>
            <a:solidFill>
              <a:srgbClr val="1B4332"/>
            </a:solidFill>
            <a:ln w="12700" cap="flat" cmpd="sng">
              <a:solidFill>
                <a:srgbClr val="1B43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txBox="1"/>
            <p:nvPr/>
          </p:nvSpPr>
          <p:spPr>
            <a:xfrm>
              <a:off x="1051560" y="4251960"/>
              <a:ext cx="10085832" cy="9601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50"/>
                <a:buFont typeface="Calibri"/>
                <a:buNone/>
              </a:pPr>
              <a:r>
                <a:rPr lang="en-US" sz="1650" b="0" i="0" u="none" strike="noStrike" cap="none" dirty="0">
                  <a:solidFill>
                    <a:srgbClr val="FFFFFF"/>
                  </a:solidFill>
                  <a:latin typeface="Calibri"/>
                  <a:ea typeface="Calibri"/>
                  <a:cs typeface="Calibri"/>
                  <a:sym typeface="Calibri"/>
                </a:rPr>
                <a:t>R is used everywhere data is </a:t>
              </a:r>
              <a:r>
                <a:rPr lang="en-US" sz="1650" b="0" i="0" u="none" strike="noStrike" cap="none" dirty="0" err="1">
                  <a:solidFill>
                    <a:srgbClr val="FFFFFF"/>
                  </a:solidFill>
                  <a:latin typeface="Calibri"/>
                  <a:ea typeface="Calibri"/>
                  <a:cs typeface="Calibri"/>
                  <a:sym typeface="Calibri"/>
                </a:rPr>
                <a:t>analysed</a:t>
              </a:r>
              <a:r>
                <a:rPr lang="en-US" sz="1650" b="0" i="0" u="none" strike="noStrike" cap="none" dirty="0">
                  <a:solidFill>
                    <a:srgbClr val="FFFFFF"/>
                  </a:solidFill>
                  <a:latin typeface="Calibri"/>
                  <a:ea typeface="Calibri"/>
                  <a:cs typeface="Calibri"/>
                  <a:sym typeface="Calibri"/>
                </a:rPr>
                <a:t>: research labs, hospitals, banks, newspapers, public health agencies.</a:t>
              </a:r>
              <a:endParaRPr sz="1650" b="0" i="0" u="none" strike="noStrike" cap="none" dirty="0">
                <a:solidFill>
                  <a:schemeClr val="dk1"/>
                </a:solidFill>
                <a:latin typeface="Calibri"/>
                <a:ea typeface="Calibri"/>
                <a:cs typeface="Calibri"/>
                <a:sym typeface="Calibri"/>
              </a:endParaRPr>
            </a:p>
          </p:txBody>
        </p:sp>
      </p:grpSp>
      <p:pic>
        <p:nvPicPr>
          <p:cNvPr id="3" name="Imagen 2">
            <a:extLst>
              <a:ext uri="{FF2B5EF4-FFF2-40B4-BE49-F238E27FC236}">
                <a16:creationId xmlns:a16="http://schemas.microsoft.com/office/drawing/2014/main" id="{8A4043F1-9A03-AB85-11FD-33187951F0BF}"/>
              </a:ext>
            </a:extLst>
          </p:cNvPr>
          <p:cNvPicPr>
            <a:picLocks noChangeAspect="1"/>
          </p:cNvPicPr>
          <p:nvPr/>
        </p:nvPicPr>
        <p:blipFill>
          <a:blip r:embed="rId3"/>
          <a:stretch>
            <a:fillRect/>
          </a:stretch>
        </p:blipFill>
        <p:spPr>
          <a:xfrm>
            <a:off x="3366695" y="3912629"/>
            <a:ext cx="5500699" cy="15585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
        <p:cNvGrpSpPr/>
        <p:nvPr/>
      </p:nvGrpSpPr>
      <p:grpSpPr>
        <a:xfrm>
          <a:off x="0" y="0"/>
          <a:ext cx="0" cy="0"/>
          <a:chOff x="0" y="0"/>
          <a:chExt cx="0" cy="0"/>
        </a:xfrm>
      </p:grpSpPr>
      <p:sp>
        <p:nvSpPr>
          <p:cNvPr id="49" name="Google Shape;49;p3"/>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THE POINT OF ALL THIS</a:t>
            </a:r>
            <a:endParaRPr sz="1100" b="0" i="0" u="none" strike="noStrike" cap="none">
              <a:solidFill>
                <a:schemeClr val="dk1"/>
              </a:solidFill>
              <a:latin typeface="Calibri"/>
              <a:ea typeface="Calibri"/>
              <a:cs typeface="Calibri"/>
              <a:sym typeface="Calibri"/>
            </a:endParaRPr>
          </a:p>
        </p:txBody>
      </p:sp>
      <p:sp>
        <p:nvSpPr>
          <p:cNvPr id="50" name="Google Shape;50;p3"/>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Why write code instead of clicking?</a:t>
            </a:r>
            <a:endParaRPr sz="3200" b="0" i="0" u="none" strike="noStrike" cap="none">
              <a:solidFill>
                <a:schemeClr val="dk1"/>
              </a:solidFill>
              <a:latin typeface="Calibri"/>
              <a:ea typeface="Calibri"/>
              <a:cs typeface="Calibri"/>
              <a:sym typeface="Calibri"/>
            </a:endParaRPr>
          </a:p>
        </p:txBody>
      </p:sp>
      <p:sp>
        <p:nvSpPr>
          <p:cNvPr id="57" name="Google Shape;57;p3"/>
          <p:cNvSpPr txBox="1"/>
          <p:nvPr/>
        </p:nvSpPr>
        <p:spPr>
          <a:xfrm>
            <a:off x="614680" y="6025896"/>
            <a:ext cx="10817352"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600"/>
              <a:buFont typeface="Calibri"/>
              <a:buNone/>
            </a:pPr>
            <a:r>
              <a:rPr lang="en-US" sz="1600" b="1" i="0" u="none" strike="noStrike" cap="none">
                <a:solidFill>
                  <a:srgbClr val="1B4332"/>
                </a:solidFill>
                <a:latin typeface="Calibri"/>
                <a:ea typeface="Calibri"/>
                <a:cs typeface="Calibri"/>
                <a:sym typeface="Calibri"/>
              </a:rPr>
              <a:t>This is what people mean by REPRODUCIBLE analysis. It is the single best reason to learn R.</a:t>
            </a:r>
            <a:endParaRPr sz="1600" b="0" i="0" u="none" strike="noStrike" cap="none">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CE909660-3342-5B42-4829-1DD810322E93}"/>
              </a:ext>
            </a:extLst>
          </p:cNvPr>
          <p:cNvPicPr>
            <a:picLocks noChangeAspect="1"/>
          </p:cNvPicPr>
          <p:nvPr/>
        </p:nvPicPr>
        <p:blipFill>
          <a:blip r:embed="rId3"/>
          <a:stretch>
            <a:fillRect/>
          </a:stretch>
        </p:blipFill>
        <p:spPr>
          <a:xfrm>
            <a:off x="6478398" y="2309618"/>
            <a:ext cx="5465891" cy="3076198"/>
          </a:xfrm>
          <a:prstGeom prst="rect">
            <a:avLst/>
          </a:prstGeom>
        </p:spPr>
      </p:pic>
      <p:pic>
        <p:nvPicPr>
          <p:cNvPr id="5" name="Imagen 4">
            <a:extLst>
              <a:ext uri="{FF2B5EF4-FFF2-40B4-BE49-F238E27FC236}">
                <a16:creationId xmlns:a16="http://schemas.microsoft.com/office/drawing/2014/main" id="{FE871239-51EA-19B1-74C0-68554765CA4C}"/>
              </a:ext>
            </a:extLst>
          </p:cNvPr>
          <p:cNvPicPr>
            <a:picLocks noChangeAspect="1"/>
          </p:cNvPicPr>
          <p:nvPr/>
        </p:nvPicPr>
        <p:blipFill>
          <a:blip r:embed="rId4"/>
          <a:stretch>
            <a:fillRect/>
          </a:stretch>
        </p:blipFill>
        <p:spPr>
          <a:xfrm>
            <a:off x="407747" y="1982332"/>
            <a:ext cx="6070651" cy="34165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
        <p:cNvGrpSpPr/>
        <p:nvPr/>
      </p:nvGrpSpPr>
      <p:grpSpPr>
        <a:xfrm>
          <a:off x="0" y="0"/>
          <a:ext cx="0" cy="0"/>
          <a:chOff x="0" y="0"/>
          <a:chExt cx="0" cy="0"/>
        </a:xfrm>
      </p:grpSpPr>
      <p:sp>
        <p:nvSpPr>
          <p:cNvPr id="63" name="Google Shape;63;p4"/>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TWO DIFFERENT THINGS</a:t>
            </a:r>
            <a:endParaRPr sz="1100" b="0" i="0" u="none" strike="noStrike" cap="none">
              <a:solidFill>
                <a:schemeClr val="dk1"/>
              </a:solidFill>
              <a:latin typeface="Calibri"/>
              <a:ea typeface="Calibri"/>
              <a:cs typeface="Calibri"/>
              <a:sym typeface="Calibri"/>
            </a:endParaRPr>
          </a:p>
        </p:txBody>
      </p:sp>
      <p:sp>
        <p:nvSpPr>
          <p:cNvPr id="64" name="Google Shape;64;p4"/>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So what is RStudio then?</a:t>
            </a:r>
            <a:endParaRPr sz="3200" b="0" i="0" u="none" strike="noStrike" cap="none">
              <a:solidFill>
                <a:schemeClr val="dk1"/>
              </a:solidFill>
              <a:latin typeface="Calibri"/>
              <a:ea typeface="Calibri"/>
              <a:cs typeface="Calibri"/>
              <a:sym typeface="Calibri"/>
            </a:endParaRPr>
          </a:p>
        </p:txBody>
      </p:sp>
      <p:sp>
        <p:nvSpPr>
          <p:cNvPr id="65" name="Google Shape;65;p4"/>
          <p:cNvSpPr/>
          <p:nvPr/>
        </p:nvSpPr>
        <p:spPr>
          <a:xfrm>
            <a:off x="685800" y="1463040"/>
            <a:ext cx="5180076" cy="2011680"/>
          </a:xfrm>
          <a:prstGeom prst="roundRect">
            <a:avLst>
              <a:gd name="adj" fmla="val 2273"/>
            </a:avLst>
          </a:prstGeom>
          <a:solidFill>
            <a:srgbClr val="EDF7EF"/>
          </a:solidFill>
          <a:ln w="9525"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txBox="1"/>
          <p:nvPr/>
        </p:nvSpPr>
        <p:spPr>
          <a:xfrm>
            <a:off x="886968" y="1627632"/>
            <a:ext cx="47777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2200"/>
              <a:buFont typeface="Cambria"/>
              <a:buNone/>
            </a:pPr>
            <a:r>
              <a:rPr lang="en-US" sz="2200" b="1" i="0" u="none" strike="noStrike" cap="none">
                <a:solidFill>
                  <a:srgbClr val="1B4332"/>
                </a:solidFill>
                <a:latin typeface="Cambria"/>
                <a:ea typeface="Cambria"/>
                <a:cs typeface="Cambria"/>
                <a:sym typeface="Cambria"/>
              </a:rPr>
              <a:t>R  =  the engine</a:t>
            </a:r>
            <a:endParaRPr sz="2200" b="0" i="0" u="none" strike="noStrike" cap="none">
              <a:solidFill>
                <a:schemeClr val="dk1"/>
              </a:solidFill>
              <a:latin typeface="Calibri"/>
              <a:ea typeface="Calibri"/>
              <a:cs typeface="Calibri"/>
              <a:sym typeface="Calibri"/>
            </a:endParaRPr>
          </a:p>
        </p:txBody>
      </p:sp>
      <p:sp>
        <p:nvSpPr>
          <p:cNvPr id="67" name="Google Shape;67;p4"/>
          <p:cNvSpPr txBox="1"/>
          <p:nvPr/>
        </p:nvSpPr>
        <p:spPr>
          <a:xfrm>
            <a:off x="886968" y="1993392"/>
            <a:ext cx="4777740" cy="129844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500"/>
              <a:buFont typeface="Calibri"/>
              <a:buNone/>
            </a:pPr>
            <a:r>
              <a:rPr lang="en-US" sz="1500" b="0" i="0" u="none" strike="noStrike" cap="none">
                <a:solidFill>
                  <a:srgbClr val="5A6660"/>
                </a:solidFill>
                <a:latin typeface="Calibri"/>
                <a:ea typeface="Calibri"/>
                <a:cs typeface="Calibri"/>
                <a:sym typeface="Calibri"/>
              </a:rPr>
              <a:t>The program that actually does the work. On its own it is a bare window where you type commands. You install it, but you will almost never open it directly.</a:t>
            </a:r>
            <a:endParaRPr sz="1500" b="0" i="0" u="none" strike="noStrike" cap="none">
              <a:solidFill>
                <a:schemeClr val="dk1"/>
              </a:solidFill>
              <a:latin typeface="Calibri"/>
              <a:ea typeface="Calibri"/>
              <a:cs typeface="Calibri"/>
              <a:sym typeface="Calibri"/>
            </a:endParaRPr>
          </a:p>
        </p:txBody>
      </p:sp>
      <p:sp>
        <p:nvSpPr>
          <p:cNvPr id="68" name="Google Shape;68;p4"/>
          <p:cNvSpPr/>
          <p:nvPr/>
        </p:nvSpPr>
        <p:spPr>
          <a:xfrm>
            <a:off x="6323076" y="1463040"/>
            <a:ext cx="5180076" cy="2011680"/>
          </a:xfrm>
          <a:prstGeom prst="roundRect">
            <a:avLst>
              <a:gd name="adj" fmla="val 2273"/>
            </a:avLst>
          </a:prstGeom>
          <a:solidFill>
            <a:srgbClr val="D8F3DC"/>
          </a:solidFill>
          <a:ln w="9525" cap="flat" cmpd="sng">
            <a:solidFill>
              <a:srgbClr val="4091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txBox="1"/>
          <p:nvPr/>
        </p:nvSpPr>
        <p:spPr>
          <a:xfrm>
            <a:off x="6524244" y="1627632"/>
            <a:ext cx="47777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2200"/>
              <a:buFont typeface="Cambria"/>
              <a:buNone/>
            </a:pPr>
            <a:r>
              <a:rPr lang="en-US" sz="2200" b="1" i="0" u="none" strike="noStrike" cap="none">
                <a:solidFill>
                  <a:srgbClr val="1B4332"/>
                </a:solidFill>
                <a:latin typeface="Cambria"/>
                <a:ea typeface="Cambria"/>
                <a:cs typeface="Cambria"/>
                <a:sym typeface="Cambria"/>
              </a:rPr>
              <a:t>RStudio  =  the dashboard</a:t>
            </a:r>
            <a:endParaRPr sz="2200" b="0" i="0" u="none" strike="noStrike" cap="none">
              <a:solidFill>
                <a:schemeClr val="dk1"/>
              </a:solidFill>
              <a:latin typeface="Calibri"/>
              <a:ea typeface="Calibri"/>
              <a:cs typeface="Calibri"/>
              <a:sym typeface="Calibri"/>
            </a:endParaRPr>
          </a:p>
        </p:txBody>
      </p:sp>
      <p:sp>
        <p:nvSpPr>
          <p:cNvPr id="70" name="Google Shape;70;p4"/>
          <p:cNvSpPr txBox="1"/>
          <p:nvPr/>
        </p:nvSpPr>
        <p:spPr>
          <a:xfrm>
            <a:off x="6524244" y="1993392"/>
            <a:ext cx="4777740" cy="129844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500"/>
              <a:buFont typeface="Calibri"/>
              <a:buNone/>
            </a:pPr>
            <a:r>
              <a:rPr lang="en-US" sz="1500" b="0" i="0" u="none" strike="noStrike" cap="none">
                <a:solidFill>
                  <a:srgbClr val="5A6660"/>
                </a:solidFill>
                <a:latin typeface="Calibri"/>
                <a:ea typeface="Calibri"/>
                <a:cs typeface="Calibri"/>
                <a:sym typeface="Calibri"/>
              </a:rPr>
              <a:t>A comfortable workplace built around R: an editor, the console, your objects, your files, your plots and the help pages, all in one window.</a:t>
            </a:r>
            <a:endParaRPr sz="1500" b="0" i="0" u="none" strike="noStrike" cap="none">
              <a:solidFill>
                <a:schemeClr val="dk1"/>
              </a:solidFill>
              <a:latin typeface="Calibri"/>
              <a:ea typeface="Calibri"/>
              <a:cs typeface="Calibri"/>
              <a:sym typeface="Calibri"/>
            </a:endParaRPr>
          </a:p>
        </p:txBody>
      </p:sp>
      <p:pic>
        <p:nvPicPr>
          <p:cNvPr id="4" name="Imagen 3">
            <a:extLst>
              <a:ext uri="{FF2B5EF4-FFF2-40B4-BE49-F238E27FC236}">
                <a16:creationId xmlns:a16="http://schemas.microsoft.com/office/drawing/2014/main" id="{B4C88B97-42D1-F922-4D54-8E6C4D527329}"/>
              </a:ext>
            </a:extLst>
          </p:cNvPr>
          <p:cNvPicPr>
            <a:picLocks noChangeAspect="1"/>
          </p:cNvPicPr>
          <p:nvPr/>
        </p:nvPicPr>
        <p:blipFill>
          <a:blip r:embed="rId3"/>
          <a:stretch>
            <a:fillRect/>
          </a:stretch>
        </p:blipFill>
        <p:spPr>
          <a:xfrm>
            <a:off x="3298748" y="3650488"/>
            <a:ext cx="5614366" cy="31597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
        <p:cNvGrpSpPr/>
        <p:nvPr/>
      </p:nvGrpSpPr>
      <p:grpSpPr>
        <a:xfrm>
          <a:off x="0" y="0"/>
          <a:ext cx="0" cy="0"/>
          <a:chOff x="0" y="0"/>
          <a:chExt cx="0" cy="0"/>
        </a:xfrm>
      </p:grpSpPr>
      <p:sp>
        <p:nvSpPr>
          <p:cNvPr id="79" name="Google Shape;79;p5"/>
          <p:cNvSpPr txBox="1"/>
          <p:nvPr/>
        </p:nvSpPr>
        <p:spPr>
          <a:xfrm>
            <a:off x="685800" y="320040"/>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THE RSTUDIO WINDOW</a:t>
            </a:r>
            <a:endParaRPr sz="1100" b="0" i="0" u="none" strike="noStrike" cap="none">
              <a:solidFill>
                <a:schemeClr val="dk1"/>
              </a:solidFill>
              <a:latin typeface="Calibri"/>
              <a:ea typeface="Calibri"/>
              <a:cs typeface="Calibri"/>
              <a:sym typeface="Calibri"/>
            </a:endParaRPr>
          </a:p>
        </p:txBody>
      </p:sp>
      <p:sp>
        <p:nvSpPr>
          <p:cNvPr id="80" name="Google Shape;80;p5"/>
          <p:cNvSpPr txBox="1"/>
          <p:nvPr/>
        </p:nvSpPr>
        <p:spPr>
          <a:xfrm>
            <a:off x="685800" y="566928"/>
            <a:ext cx="1081735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000"/>
              <a:buFont typeface="Cambria"/>
              <a:buNone/>
            </a:pPr>
            <a:r>
              <a:rPr lang="en-US" sz="3000" b="1" i="0" u="none" strike="noStrike" cap="none">
                <a:solidFill>
                  <a:srgbClr val="1B4332"/>
                </a:solidFill>
                <a:latin typeface="Cambria"/>
                <a:ea typeface="Cambria"/>
                <a:cs typeface="Cambria"/>
                <a:sym typeface="Cambria"/>
              </a:rPr>
              <a:t>Four panes, and that is all there is</a:t>
            </a:r>
            <a:endParaRPr sz="3000" b="0" i="0" u="none" strike="noStrike" cap="none">
              <a:solidFill>
                <a:schemeClr val="dk1"/>
              </a:solidFill>
              <a:latin typeface="Calibri"/>
              <a:ea typeface="Calibri"/>
              <a:cs typeface="Calibri"/>
              <a:sym typeface="Calibri"/>
            </a:endParaRPr>
          </a:p>
        </p:txBody>
      </p:sp>
      <p:sp>
        <p:nvSpPr>
          <p:cNvPr id="94" name="Google Shape;94;p5"/>
          <p:cNvSpPr/>
          <p:nvPr/>
        </p:nvSpPr>
        <p:spPr>
          <a:xfrm>
            <a:off x="685800"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txBox="1"/>
          <p:nvPr/>
        </p:nvSpPr>
        <p:spPr>
          <a:xfrm>
            <a:off x="685800"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1</a:t>
            </a:r>
            <a:endParaRPr sz="1200" b="0" i="0" u="none" strike="noStrike" cap="none">
              <a:solidFill>
                <a:schemeClr val="dk1"/>
              </a:solidFill>
              <a:latin typeface="Calibri"/>
              <a:ea typeface="Calibri"/>
              <a:cs typeface="Calibri"/>
              <a:sym typeface="Calibri"/>
            </a:endParaRPr>
          </a:p>
        </p:txBody>
      </p:sp>
      <p:sp>
        <p:nvSpPr>
          <p:cNvPr id="96" name="Google Shape;96;p5"/>
          <p:cNvSpPr txBox="1"/>
          <p:nvPr/>
        </p:nvSpPr>
        <p:spPr>
          <a:xfrm>
            <a:off x="1069848"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Source - the editor</a:t>
            </a:r>
            <a:endParaRPr sz="1350" b="0" i="0" u="none" strike="noStrike" cap="none">
              <a:solidFill>
                <a:schemeClr val="dk1"/>
              </a:solidFill>
              <a:latin typeface="Calibri"/>
              <a:ea typeface="Calibri"/>
              <a:cs typeface="Calibri"/>
              <a:sym typeface="Calibri"/>
            </a:endParaRPr>
          </a:p>
        </p:txBody>
      </p:sp>
      <p:sp>
        <p:nvSpPr>
          <p:cNvPr id="97" name="Google Shape;97;p5"/>
          <p:cNvSpPr/>
          <p:nvPr/>
        </p:nvSpPr>
        <p:spPr>
          <a:xfrm>
            <a:off x="3390138"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txBox="1"/>
          <p:nvPr/>
        </p:nvSpPr>
        <p:spPr>
          <a:xfrm>
            <a:off x="3390138"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2</a:t>
            </a:r>
            <a:endParaRPr sz="1200" b="0" i="0" u="none" strike="noStrike" cap="none">
              <a:solidFill>
                <a:schemeClr val="dk1"/>
              </a:solidFill>
              <a:latin typeface="Calibri"/>
              <a:ea typeface="Calibri"/>
              <a:cs typeface="Calibri"/>
              <a:sym typeface="Calibri"/>
            </a:endParaRPr>
          </a:p>
        </p:txBody>
      </p:sp>
      <p:sp>
        <p:nvSpPr>
          <p:cNvPr id="99" name="Google Shape;99;p5"/>
          <p:cNvSpPr txBox="1"/>
          <p:nvPr/>
        </p:nvSpPr>
        <p:spPr>
          <a:xfrm>
            <a:off x="3774186"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Console - where R answers</a:t>
            </a:r>
            <a:endParaRPr sz="1350" b="0" i="0" u="none" strike="noStrike" cap="none">
              <a:solidFill>
                <a:schemeClr val="dk1"/>
              </a:solidFill>
              <a:latin typeface="Calibri"/>
              <a:ea typeface="Calibri"/>
              <a:cs typeface="Calibri"/>
              <a:sym typeface="Calibri"/>
            </a:endParaRPr>
          </a:p>
        </p:txBody>
      </p:sp>
      <p:sp>
        <p:nvSpPr>
          <p:cNvPr id="100" name="Google Shape;100;p5"/>
          <p:cNvSpPr/>
          <p:nvPr/>
        </p:nvSpPr>
        <p:spPr>
          <a:xfrm>
            <a:off x="6094476"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txBox="1"/>
          <p:nvPr/>
        </p:nvSpPr>
        <p:spPr>
          <a:xfrm>
            <a:off x="6094476"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3</a:t>
            </a:r>
            <a:endParaRPr sz="1200" b="0" i="0" u="none" strike="noStrike" cap="none">
              <a:solidFill>
                <a:schemeClr val="dk1"/>
              </a:solidFill>
              <a:latin typeface="Calibri"/>
              <a:ea typeface="Calibri"/>
              <a:cs typeface="Calibri"/>
              <a:sym typeface="Calibri"/>
            </a:endParaRPr>
          </a:p>
        </p:txBody>
      </p:sp>
      <p:sp>
        <p:nvSpPr>
          <p:cNvPr id="102" name="Google Shape;102;p5"/>
          <p:cNvSpPr txBox="1"/>
          <p:nvPr/>
        </p:nvSpPr>
        <p:spPr>
          <a:xfrm>
            <a:off x="6478524"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Environment - your objects</a:t>
            </a:r>
            <a:endParaRPr sz="1350" b="0" i="0" u="none" strike="noStrike" cap="none">
              <a:solidFill>
                <a:schemeClr val="dk1"/>
              </a:solidFill>
              <a:latin typeface="Calibri"/>
              <a:ea typeface="Calibri"/>
              <a:cs typeface="Calibri"/>
              <a:sym typeface="Calibri"/>
            </a:endParaRPr>
          </a:p>
        </p:txBody>
      </p:sp>
      <p:sp>
        <p:nvSpPr>
          <p:cNvPr id="103" name="Google Shape;103;p5"/>
          <p:cNvSpPr/>
          <p:nvPr/>
        </p:nvSpPr>
        <p:spPr>
          <a:xfrm>
            <a:off x="8798814"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txBox="1"/>
          <p:nvPr/>
        </p:nvSpPr>
        <p:spPr>
          <a:xfrm>
            <a:off x="8798814"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4</a:t>
            </a:r>
            <a:endParaRPr sz="1200" b="0" i="0" u="none" strike="noStrike" cap="none">
              <a:solidFill>
                <a:schemeClr val="dk1"/>
              </a:solidFill>
              <a:latin typeface="Calibri"/>
              <a:ea typeface="Calibri"/>
              <a:cs typeface="Calibri"/>
              <a:sym typeface="Calibri"/>
            </a:endParaRPr>
          </a:p>
        </p:txBody>
      </p:sp>
      <p:sp>
        <p:nvSpPr>
          <p:cNvPr id="105" name="Google Shape;105;p5"/>
          <p:cNvSpPr txBox="1"/>
          <p:nvPr/>
        </p:nvSpPr>
        <p:spPr>
          <a:xfrm>
            <a:off x="9182862"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Files, plots, packages, help</a:t>
            </a:r>
            <a:endParaRPr sz="1350" b="0" i="0" u="none" strike="noStrike" cap="none">
              <a:solidFill>
                <a:schemeClr val="dk1"/>
              </a:solidFill>
              <a:latin typeface="Calibri"/>
              <a:ea typeface="Calibri"/>
              <a:cs typeface="Calibri"/>
              <a:sym typeface="Calibri"/>
            </a:endParaRPr>
          </a:p>
        </p:txBody>
      </p:sp>
      <p:pic>
        <p:nvPicPr>
          <p:cNvPr id="5" name="Imagen 4">
            <a:extLst>
              <a:ext uri="{FF2B5EF4-FFF2-40B4-BE49-F238E27FC236}">
                <a16:creationId xmlns:a16="http://schemas.microsoft.com/office/drawing/2014/main" id="{22583032-144D-A515-94AC-4381AD00FEF0}"/>
              </a:ext>
            </a:extLst>
          </p:cNvPr>
          <p:cNvPicPr>
            <a:picLocks noChangeAspect="1"/>
          </p:cNvPicPr>
          <p:nvPr/>
        </p:nvPicPr>
        <p:blipFill>
          <a:blip r:embed="rId3"/>
          <a:stretch>
            <a:fillRect/>
          </a:stretch>
        </p:blipFill>
        <p:spPr>
          <a:xfrm>
            <a:off x="1849120" y="1421455"/>
            <a:ext cx="8048893" cy="42482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
          <a:extLst>
            <a:ext uri="{FF2B5EF4-FFF2-40B4-BE49-F238E27FC236}">
              <a16:creationId xmlns:a16="http://schemas.microsoft.com/office/drawing/2014/main" id="{67D85731-48E7-BF04-E68B-9B3ECEC8B80A}"/>
            </a:ext>
          </a:extLst>
        </p:cNvPr>
        <p:cNvGrpSpPr/>
        <p:nvPr/>
      </p:nvGrpSpPr>
      <p:grpSpPr>
        <a:xfrm>
          <a:off x="0" y="0"/>
          <a:ext cx="0" cy="0"/>
          <a:chOff x="0" y="0"/>
          <a:chExt cx="0" cy="0"/>
        </a:xfrm>
      </p:grpSpPr>
      <p:sp>
        <p:nvSpPr>
          <p:cNvPr id="79" name="Google Shape;79;p5">
            <a:extLst>
              <a:ext uri="{FF2B5EF4-FFF2-40B4-BE49-F238E27FC236}">
                <a16:creationId xmlns:a16="http://schemas.microsoft.com/office/drawing/2014/main" id="{794D3D16-914C-1779-2DD1-038A3E99ABA4}"/>
              </a:ext>
            </a:extLst>
          </p:cNvPr>
          <p:cNvSpPr txBox="1"/>
          <p:nvPr/>
        </p:nvSpPr>
        <p:spPr>
          <a:xfrm>
            <a:off x="685800" y="320040"/>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THE RSTUDIO WINDOW</a:t>
            </a:r>
            <a:endParaRPr sz="1100" b="0" i="0" u="none" strike="noStrike" cap="none">
              <a:solidFill>
                <a:schemeClr val="dk1"/>
              </a:solidFill>
              <a:latin typeface="Calibri"/>
              <a:ea typeface="Calibri"/>
              <a:cs typeface="Calibri"/>
              <a:sym typeface="Calibri"/>
            </a:endParaRPr>
          </a:p>
        </p:txBody>
      </p:sp>
      <p:sp>
        <p:nvSpPr>
          <p:cNvPr id="80" name="Google Shape;80;p5">
            <a:extLst>
              <a:ext uri="{FF2B5EF4-FFF2-40B4-BE49-F238E27FC236}">
                <a16:creationId xmlns:a16="http://schemas.microsoft.com/office/drawing/2014/main" id="{3FDC8D49-A59C-2440-3C4E-B19D9E91E274}"/>
              </a:ext>
            </a:extLst>
          </p:cNvPr>
          <p:cNvSpPr txBox="1"/>
          <p:nvPr/>
        </p:nvSpPr>
        <p:spPr>
          <a:xfrm>
            <a:off x="685800" y="566928"/>
            <a:ext cx="1081735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000"/>
              <a:buFont typeface="Cambria"/>
              <a:buNone/>
            </a:pPr>
            <a:r>
              <a:rPr lang="en-US" sz="3000" b="1" i="0" u="none" strike="noStrike" cap="none">
                <a:solidFill>
                  <a:srgbClr val="1B4332"/>
                </a:solidFill>
                <a:latin typeface="Cambria"/>
                <a:ea typeface="Cambria"/>
                <a:cs typeface="Cambria"/>
                <a:sym typeface="Cambria"/>
              </a:rPr>
              <a:t>Four panes, and that is all there is</a:t>
            </a:r>
            <a:endParaRPr sz="3000" b="0" i="0" u="none" strike="noStrike" cap="none">
              <a:solidFill>
                <a:schemeClr val="dk1"/>
              </a:solidFill>
              <a:latin typeface="Calibri"/>
              <a:ea typeface="Calibri"/>
              <a:cs typeface="Calibri"/>
              <a:sym typeface="Calibri"/>
            </a:endParaRPr>
          </a:p>
        </p:txBody>
      </p:sp>
      <p:sp>
        <p:nvSpPr>
          <p:cNvPr id="94" name="Google Shape;94;p5">
            <a:extLst>
              <a:ext uri="{FF2B5EF4-FFF2-40B4-BE49-F238E27FC236}">
                <a16:creationId xmlns:a16="http://schemas.microsoft.com/office/drawing/2014/main" id="{A4EDE62B-234C-B124-E526-EA6CAC3E85A6}"/>
              </a:ext>
            </a:extLst>
          </p:cNvPr>
          <p:cNvSpPr/>
          <p:nvPr/>
        </p:nvSpPr>
        <p:spPr>
          <a:xfrm>
            <a:off x="685800"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a:extLst>
              <a:ext uri="{FF2B5EF4-FFF2-40B4-BE49-F238E27FC236}">
                <a16:creationId xmlns:a16="http://schemas.microsoft.com/office/drawing/2014/main" id="{34B199B1-52F5-B6EC-BF13-7642952833CF}"/>
              </a:ext>
            </a:extLst>
          </p:cNvPr>
          <p:cNvSpPr txBox="1"/>
          <p:nvPr/>
        </p:nvSpPr>
        <p:spPr>
          <a:xfrm>
            <a:off x="685800"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1</a:t>
            </a:r>
            <a:endParaRPr sz="1200" b="0" i="0" u="none" strike="noStrike" cap="none">
              <a:solidFill>
                <a:schemeClr val="dk1"/>
              </a:solidFill>
              <a:latin typeface="Calibri"/>
              <a:ea typeface="Calibri"/>
              <a:cs typeface="Calibri"/>
              <a:sym typeface="Calibri"/>
            </a:endParaRPr>
          </a:p>
        </p:txBody>
      </p:sp>
      <p:sp>
        <p:nvSpPr>
          <p:cNvPr id="96" name="Google Shape;96;p5">
            <a:extLst>
              <a:ext uri="{FF2B5EF4-FFF2-40B4-BE49-F238E27FC236}">
                <a16:creationId xmlns:a16="http://schemas.microsoft.com/office/drawing/2014/main" id="{438572DB-CC24-BE13-5409-2D5CEC97AFA2}"/>
              </a:ext>
            </a:extLst>
          </p:cNvPr>
          <p:cNvSpPr txBox="1"/>
          <p:nvPr/>
        </p:nvSpPr>
        <p:spPr>
          <a:xfrm>
            <a:off x="1069848"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Source - the editor</a:t>
            </a:r>
            <a:endParaRPr sz="1350" b="0" i="0" u="none" strike="noStrike" cap="none">
              <a:solidFill>
                <a:schemeClr val="dk1"/>
              </a:solidFill>
              <a:latin typeface="Calibri"/>
              <a:ea typeface="Calibri"/>
              <a:cs typeface="Calibri"/>
              <a:sym typeface="Calibri"/>
            </a:endParaRPr>
          </a:p>
        </p:txBody>
      </p:sp>
      <p:sp>
        <p:nvSpPr>
          <p:cNvPr id="97" name="Google Shape;97;p5">
            <a:extLst>
              <a:ext uri="{FF2B5EF4-FFF2-40B4-BE49-F238E27FC236}">
                <a16:creationId xmlns:a16="http://schemas.microsoft.com/office/drawing/2014/main" id="{17471E65-74B8-A38B-55D8-BEC859E9EA7B}"/>
              </a:ext>
            </a:extLst>
          </p:cNvPr>
          <p:cNvSpPr/>
          <p:nvPr/>
        </p:nvSpPr>
        <p:spPr>
          <a:xfrm>
            <a:off x="3390138"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a:extLst>
              <a:ext uri="{FF2B5EF4-FFF2-40B4-BE49-F238E27FC236}">
                <a16:creationId xmlns:a16="http://schemas.microsoft.com/office/drawing/2014/main" id="{EC146F02-F349-7A33-7C50-5F185E160970}"/>
              </a:ext>
            </a:extLst>
          </p:cNvPr>
          <p:cNvSpPr txBox="1"/>
          <p:nvPr/>
        </p:nvSpPr>
        <p:spPr>
          <a:xfrm>
            <a:off x="3390138"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2</a:t>
            </a:r>
            <a:endParaRPr sz="1200" b="0" i="0" u="none" strike="noStrike" cap="none">
              <a:solidFill>
                <a:schemeClr val="dk1"/>
              </a:solidFill>
              <a:latin typeface="Calibri"/>
              <a:ea typeface="Calibri"/>
              <a:cs typeface="Calibri"/>
              <a:sym typeface="Calibri"/>
            </a:endParaRPr>
          </a:p>
        </p:txBody>
      </p:sp>
      <p:sp>
        <p:nvSpPr>
          <p:cNvPr id="99" name="Google Shape;99;p5">
            <a:extLst>
              <a:ext uri="{FF2B5EF4-FFF2-40B4-BE49-F238E27FC236}">
                <a16:creationId xmlns:a16="http://schemas.microsoft.com/office/drawing/2014/main" id="{1B5AE9CF-72A1-3656-513F-605471DEEA65}"/>
              </a:ext>
            </a:extLst>
          </p:cNvPr>
          <p:cNvSpPr txBox="1"/>
          <p:nvPr/>
        </p:nvSpPr>
        <p:spPr>
          <a:xfrm>
            <a:off x="3774186"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Console - where R answers</a:t>
            </a:r>
            <a:endParaRPr sz="1350" b="0" i="0" u="none" strike="noStrike" cap="none">
              <a:solidFill>
                <a:schemeClr val="dk1"/>
              </a:solidFill>
              <a:latin typeface="Calibri"/>
              <a:ea typeface="Calibri"/>
              <a:cs typeface="Calibri"/>
              <a:sym typeface="Calibri"/>
            </a:endParaRPr>
          </a:p>
        </p:txBody>
      </p:sp>
      <p:sp>
        <p:nvSpPr>
          <p:cNvPr id="100" name="Google Shape;100;p5">
            <a:extLst>
              <a:ext uri="{FF2B5EF4-FFF2-40B4-BE49-F238E27FC236}">
                <a16:creationId xmlns:a16="http://schemas.microsoft.com/office/drawing/2014/main" id="{B453B4FB-E3DC-4BFE-3E84-16C7D291F5E0}"/>
              </a:ext>
            </a:extLst>
          </p:cNvPr>
          <p:cNvSpPr/>
          <p:nvPr/>
        </p:nvSpPr>
        <p:spPr>
          <a:xfrm>
            <a:off x="6094476"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a:extLst>
              <a:ext uri="{FF2B5EF4-FFF2-40B4-BE49-F238E27FC236}">
                <a16:creationId xmlns:a16="http://schemas.microsoft.com/office/drawing/2014/main" id="{AE8396B6-3F3A-48F2-39D6-DEFD13950FA2}"/>
              </a:ext>
            </a:extLst>
          </p:cNvPr>
          <p:cNvSpPr txBox="1"/>
          <p:nvPr/>
        </p:nvSpPr>
        <p:spPr>
          <a:xfrm>
            <a:off x="6094476"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3</a:t>
            </a:r>
            <a:endParaRPr sz="1200" b="0" i="0" u="none" strike="noStrike" cap="none">
              <a:solidFill>
                <a:schemeClr val="dk1"/>
              </a:solidFill>
              <a:latin typeface="Calibri"/>
              <a:ea typeface="Calibri"/>
              <a:cs typeface="Calibri"/>
              <a:sym typeface="Calibri"/>
            </a:endParaRPr>
          </a:p>
        </p:txBody>
      </p:sp>
      <p:sp>
        <p:nvSpPr>
          <p:cNvPr id="102" name="Google Shape;102;p5">
            <a:extLst>
              <a:ext uri="{FF2B5EF4-FFF2-40B4-BE49-F238E27FC236}">
                <a16:creationId xmlns:a16="http://schemas.microsoft.com/office/drawing/2014/main" id="{CC89CBC8-3AF4-5996-D005-6CA8BD25E99F}"/>
              </a:ext>
            </a:extLst>
          </p:cNvPr>
          <p:cNvSpPr txBox="1"/>
          <p:nvPr/>
        </p:nvSpPr>
        <p:spPr>
          <a:xfrm>
            <a:off x="6478524"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Environment - your objects</a:t>
            </a:r>
            <a:endParaRPr sz="1350" b="0" i="0" u="none" strike="noStrike" cap="none">
              <a:solidFill>
                <a:schemeClr val="dk1"/>
              </a:solidFill>
              <a:latin typeface="Calibri"/>
              <a:ea typeface="Calibri"/>
              <a:cs typeface="Calibri"/>
              <a:sym typeface="Calibri"/>
            </a:endParaRPr>
          </a:p>
        </p:txBody>
      </p:sp>
      <p:sp>
        <p:nvSpPr>
          <p:cNvPr id="103" name="Google Shape;103;p5">
            <a:extLst>
              <a:ext uri="{FF2B5EF4-FFF2-40B4-BE49-F238E27FC236}">
                <a16:creationId xmlns:a16="http://schemas.microsoft.com/office/drawing/2014/main" id="{5349BDE2-3E0B-0A8F-EC9D-A859E107DEBE}"/>
              </a:ext>
            </a:extLst>
          </p:cNvPr>
          <p:cNvSpPr/>
          <p:nvPr/>
        </p:nvSpPr>
        <p:spPr>
          <a:xfrm>
            <a:off x="8798814"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a:extLst>
              <a:ext uri="{FF2B5EF4-FFF2-40B4-BE49-F238E27FC236}">
                <a16:creationId xmlns:a16="http://schemas.microsoft.com/office/drawing/2014/main" id="{E5CABDAB-F9C4-2F0F-B12F-5CF575E7F2CE}"/>
              </a:ext>
            </a:extLst>
          </p:cNvPr>
          <p:cNvSpPr txBox="1"/>
          <p:nvPr/>
        </p:nvSpPr>
        <p:spPr>
          <a:xfrm>
            <a:off x="8798814"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4</a:t>
            </a:r>
            <a:endParaRPr sz="1200" b="0" i="0" u="none" strike="noStrike" cap="none">
              <a:solidFill>
                <a:schemeClr val="dk1"/>
              </a:solidFill>
              <a:latin typeface="Calibri"/>
              <a:ea typeface="Calibri"/>
              <a:cs typeface="Calibri"/>
              <a:sym typeface="Calibri"/>
            </a:endParaRPr>
          </a:p>
        </p:txBody>
      </p:sp>
      <p:sp>
        <p:nvSpPr>
          <p:cNvPr id="105" name="Google Shape;105;p5">
            <a:extLst>
              <a:ext uri="{FF2B5EF4-FFF2-40B4-BE49-F238E27FC236}">
                <a16:creationId xmlns:a16="http://schemas.microsoft.com/office/drawing/2014/main" id="{5BDCC842-BCC1-C50C-46BC-0CAB1D140F23}"/>
              </a:ext>
            </a:extLst>
          </p:cNvPr>
          <p:cNvSpPr txBox="1"/>
          <p:nvPr/>
        </p:nvSpPr>
        <p:spPr>
          <a:xfrm>
            <a:off x="9182862"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Files, plots, packages, help</a:t>
            </a:r>
            <a:endParaRPr sz="1350" b="0" i="0" u="none" strike="noStrike" cap="none">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AACFD203-EC54-F591-71A2-434C1CA03735}"/>
              </a:ext>
            </a:extLst>
          </p:cNvPr>
          <p:cNvPicPr>
            <a:picLocks noChangeAspect="1"/>
          </p:cNvPicPr>
          <p:nvPr/>
        </p:nvPicPr>
        <p:blipFill>
          <a:blip r:embed="rId3"/>
          <a:stretch>
            <a:fillRect/>
          </a:stretch>
        </p:blipFill>
        <p:spPr>
          <a:xfrm>
            <a:off x="1613341" y="1115568"/>
            <a:ext cx="8815965" cy="4692617"/>
          </a:xfrm>
          <a:prstGeom prst="rect">
            <a:avLst/>
          </a:prstGeom>
        </p:spPr>
      </p:pic>
    </p:spTree>
    <p:extLst>
      <p:ext uri="{BB962C8B-B14F-4D97-AF65-F5344CB8AC3E}">
        <p14:creationId xmlns:p14="http://schemas.microsoft.com/office/powerpoint/2010/main" val="440864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
          <a:extLst>
            <a:ext uri="{FF2B5EF4-FFF2-40B4-BE49-F238E27FC236}">
              <a16:creationId xmlns:a16="http://schemas.microsoft.com/office/drawing/2014/main" id="{9F591F67-416A-792C-40EB-6F19DD8ABE6D}"/>
            </a:ext>
          </a:extLst>
        </p:cNvPr>
        <p:cNvGrpSpPr/>
        <p:nvPr/>
      </p:nvGrpSpPr>
      <p:grpSpPr>
        <a:xfrm>
          <a:off x="0" y="0"/>
          <a:ext cx="0" cy="0"/>
          <a:chOff x="0" y="0"/>
          <a:chExt cx="0" cy="0"/>
        </a:xfrm>
      </p:grpSpPr>
      <p:sp>
        <p:nvSpPr>
          <p:cNvPr id="79" name="Google Shape;79;p5">
            <a:extLst>
              <a:ext uri="{FF2B5EF4-FFF2-40B4-BE49-F238E27FC236}">
                <a16:creationId xmlns:a16="http://schemas.microsoft.com/office/drawing/2014/main" id="{942B8EB2-A0CF-4F93-66F3-F487F3948E7E}"/>
              </a:ext>
            </a:extLst>
          </p:cNvPr>
          <p:cNvSpPr txBox="1"/>
          <p:nvPr/>
        </p:nvSpPr>
        <p:spPr>
          <a:xfrm>
            <a:off x="685800" y="320040"/>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THE RSTUDIO WINDOW</a:t>
            </a:r>
            <a:endParaRPr sz="1100" b="0" i="0" u="none" strike="noStrike" cap="none">
              <a:solidFill>
                <a:schemeClr val="dk1"/>
              </a:solidFill>
              <a:latin typeface="Calibri"/>
              <a:ea typeface="Calibri"/>
              <a:cs typeface="Calibri"/>
              <a:sym typeface="Calibri"/>
            </a:endParaRPr>
          </a:p>
        </p:txBody>
      </p:sp>
      <p:sp>
        <p:nvSpPr>
          <p:cNvPr id="80" name="Google Shape;80;p5">
            <a:extLst>
              <a:ext uri="{FF2B5EF4-FFF2-40B4-BE49-F238E27FC236}">
                <a16:creationId xmlns:a16="http://schemas.microsoft.com/office/drawing/2014/main" id="{41317366-4CBA-A08A-1C54-1DE01FB670A1}"/>
              </a:ext>
            </a:extLst>
          </p:cNvPr>
          <p:cNvSpPr txBox="1"/>
          <p:nvPr/>
        </p:nvSpPr>
        <p:spPr>
          <a:xfrm>
            <a:off x="685800" y="566928"/>
            <a:ext cx="1081735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000"/>
              <a:buFont typeface="Cambria"/>
              <a:buNone/>
            </a:pPr>
            <a:r>
              <a:rPr lang="en-US" sz="3000" b="1" i="0" u="none" strike="noStrike" cap="none">
                <a:solidFill>
                  <a:srgbClr val="1B4332"/>
                </a:solidFill>
                <a:latin typeface="Cambria"/>
                <a:ea typeface="Cambria"/>
                <a:cs typeface="Cambria"/>
                <a:sym typeface="Cambria"/>
              </a:rPr>
              <a:t>Four panes, and that is all there is</a:t>
            </a:r>
            <a:endParaRPr sz="3000" b="0" i="0" u="none" strike="noStrike" cap="none">
              <a:solidFill>
                <a:schemeClr val="dk1"/>
              </a:solidFill>
              <a:latin typeface="Calibri"/>
              <a:ea typeface="Calibri"/>
              <a:cs typeface="Calibri"/>
              <a:sym typeface="Calibri"/>
            </a:endParaRPr>
          </a:p>
        </p:txBody>
      </p:sp>
      <p:sp>
        <p:nvSpPr>
          <p:cNvPr id="94" name="Google Shape;94;p5">
            <a:extLst>
              <a:ext uri="{FF2B5EF4-FFF2-40B4-BE49-F238E27FC236}">
                <a16:creationId xmlns:a16="http://schemas.microsoft.com/office/drawing/2014/main" id="{FD107141-9D20-6376-E82C-AB52C591A4B4}"/>
              </a:ext>
            </a:extLst>
          </p:cNvPr>
          <p:cNvSpPr/>
          <p:nvPr/>
        </p:nvSpPr>
        <p:spPr>
          <a:xfrm>
            <a:off x="685800"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a:extLst>
              <a:ext uri="{FF2B5EF4-FFF2-40B4-BE49-F238E27FC236}">
                <a16:creationId xmlns:a16="http://schemas.microsoft.com/office/drawing/2014/main" id="{75027CEA-C659-4754-CDFD-07181F1DE8D1}"/>
              </a:ext>
            </a:extLst>
          </p:cNvPr>
          <p:cNvSpPr txBox="1"/>
          <p:nvPr/>
        </p:nvSpPr>
        <p:spPr>
          <a:xfrm>
            <a:off x="685800"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1</a:t>
            </a:r>
            <a:endParaRPr sz="1200" b="0" i="0" u="none" strike="noStrike" cap="none">
              <a:solidFill>
                <a:schemeClr val="dk1"/>
              </a:solidFill>
              <a:latin typeface="Calibri"/>
              <a:ea typeface="Calibri"/>
              <a:cs typeface="Calibri"/>
              <a:sym typeface="Calibri"/>
            </a:endParaRPr>
          </a:p>
        </p:txBody>
      </p:sp>
      <p:sp>
        <p:nvSpPr>
          <p:cNvPr id="96" name="Google Shape;96;p5">
            <a:extLst>
              <a:ext uri="{FF2B5EF4-FFF2-40B4-BE49-F238E27FC236}">
                <a16:creationId xmlns:a16="http://schemas.microsoft.com/office/drawing/2014/main" id="{4CD07151-CF13-C9A3-1DB5-3A4D1610DEF5}"/>
              </a:ext>
            </a:extLst>
          </p:cNvPr>
          <p:cNvSpPr txBox="1"/>
          <p:nvPr/>
        </p:nvSpPr>
        <p:spPr>
          <a:xfrm>
            <a:off x="1069848"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Source - the editor</a:t>
            </a:r>
            <a:endParaRPr sz="1350" b="0" i="0" u="none" strike="noStrike" cap="none">
              <a:solidFill>
                <a:schemeClr val="dk1"/>
              </a:solidFill>
              <a:latin typeface="Calibri"/>
              <a:ea typeface="Calibri"/>
              <a:cs typeface="Calibri"/>
              <a:sym typeface="Calibri"/>
            </a:endParaRPr>
          </a:p>
        </p:txBody>
      </p:sp>
      <p:sp>
        <p:nvSpPr>
          <p:cNvPr id="97" name="Google Shape;97;p5">
            <a:extLst>
              <a:ext uri="{FF2B5EF4-FFF2-40B4-BE49-F238E27FC236}">
                <a16:creationId xmlns:a16="http://schemas.microsoft.com/office/drawing/2014/main" id="{3F4F75B9-4CE3-9DCE-DF5C-7CAE9AFE9A18}"/>
              </a:ext>
            </a:extLst>
          </p:cNvPr>
          <p:cNvSpPr/>
          <p:nvPr/>
        </p:nvSpPr>
        <p:spPr>
          <a:xfrm>
            <a:off x="3390138"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a:extLst>
              <a:ext uri="{FF2B5EF4-FFF2-40B4-BE49-F238E27FC236}">
                <a16:creationId xmlns:a16="http://schemas.microsoft.com/office/drawing/2014/main" id="{7F502C82-9BF8-6299-273C-ECEA14816B63}"/>
              </a:ext>
            </a:extLst>
          </p:cNvPr>
          <p:cNvSpPr txBox="1"/>
          <p:nvPr/>
        </p:nvSpPr>
        <p:spPr>
          <a:xfrm>
            <a:off x="3390138"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2</a:t>
            </a:r>
            <a:endParaRPr sz="1200" b="0" i="0" u="none" strike="noStrike" cap="none">
              <a:solidFill>
                <a:schemeClr val="dk1"/>
              </a:solidFill>
              <a:latin typeface="Calibri"/>
              <a:ea typeface="Calibri"/>
              <a:cs typeface="Calibri"/>
              <a:sym typeface="Calibri"/>
            </a:endParaRPr>
          </a:p>
        </p:txBody>
      </p:sp>
      <p:sp>
        <p:nvSpPr>
          <p:cNvPr id="99" name="Google Shape;99;p5">
            <a:extLst>
              <a:ext uri="{FF2B5EF4-FFF2-40B4-BE49-F238E27FC236}">
                <a16:creationId xmlns:a16="http://schemas.microsoft.com/office/drawing/2014/main" id="{E2D27E63-E37B-2180-80DC-64675F563D35}"/>
              </a:ext>
            </a:extLst>
          </p:cNvPr>
          <p:cNvSpPr txBox="1"/>
          <p:nvPr/>
        </p:nvSpPr>
        <p:spPr>
          <a:xfrm>
            <a:off x="3774186"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Console - where R answers</a:t>
            </a:r>
            <a:endParaRPr sz="1350" b="0" i="0" u="none" strike="noStrike" cap="none">
              <a:solidFill>
                <a:schemeClr val="dk1"/>
              </a:solidFill>
              <a:latin typeface="Calibri"/>
              <a:ea typeface="Calibri"/>
              <a:cs typeface="Calibri"/>
              <a:sym typeface="Calibri"/>
            </a:endParaRPr>
          </a:p>
        </p:txBody>
      </p:sp>
      <p:sp>
        <p:nvSpPr>
          <p:cNvPr id="100" name="Google Shape;100;p5">
            <a:extLst>
              <a:ext uri="{FF2B5EF4-FFF2-40B4-BE49-F238E27FC236}">
                <a16:creationId xmlns:a16="http://schemas.microsoft.com/office/drawing/2014/main" id="{F18B7B1B-A41B-02D4-E3D9-B92715B7760F}"/>
              </a:ext>
            </a:extLst>
          </p:cNvPr>
          <p:cNvSpPr/>
          <p:nvPr/>
        </p:nvSpPr>
        <p:spPr>
          <a:xfrm>
            <a:off x="6094476"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a:extLst>
              <a:ext uri="{FF2B5EF4-FFF2-40B4-BE49-F238E27FC236}">
                <a16:creationId xmlns:a16="http://schemas.microsoft.com/office/drawing/2014/main" id="{300C0CF3-D48C-F677-C09A-1163391E8DFD}"/>
              </a:ext>
            </a:extLst>
          </p:cNvPr>
          <p:cNvSpPr txBox="1"/>
          <p:nvPr/>
        </p:nvSpPr>
        <p:spPr>
          <a:xfrm>
            <a:off x="6094476"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3</a:t>
            </a:r>
            <a:endParaRPr sz="1200" b="0" i="0" u="none" strike="noStrike" cap="none">
              <a:solidFill>
                <a:schemeClr val="dk1"/>
              </a:solidFill>
              <a:latin typeface="Calibri"/>
              <a:ea typeface="Calibri"/>
              <a:cs typeface="Calibri"/>
              <a:sym typeface="Calibri"/>
            </a:endParaRPr>
          </a:p>
        </p:txBody>
      </p:sp>
      <p:sp>
        <p:nvSpPr>
          <p:cNvPr id="102" name="Google Shape;102;p5">
            <a:extLst>
              <a:ext uri="{FF2B5EF4-FFF2-40B4-BE49-F238E27FC236}">
                <a16:creationId xmlns:a16="http://schemas.microsoft.com/office/drawing/2014/main" id="{881B5BD9-3B91-D567-1CEA-1F37CA501B06}"/>
              </a:ext>
            </a:extLst>
          </p:cNvPr>
          <p:cNvSpPr txBox="1"/>
          <p:nvPr/>
        </p:nvSpPr>
        <p:spPr>
          <a:xfrm>
            <a:off x="6478524"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Environment - your objects</a:t>
            </a:r>
            <a:endParaRPr sz="1350" b="0" i="0" u="none" strike="noStrike" cap="none">
              <a:solidFill>
                <a:schemeClr val="dk1"/>
              </a:solidFill>
              <a:latin typeface="Calibri"/>
              <a:ea typeface="Calibri"/>
              <a:cs typeface="Calibri"/>
              <a:sym typeface="Calibri"/>
            </a:endParaRPr>
          </a:p>
        </p:txBody>
      </p:sp>
      <p:sp>
        <p:nvSpPr>
          <p:cNvPr id="103" name="Google Shape;103;p5">
            <a:extLst>
              <a:ext uri="{FF2B5EF4-FFF2-40B4-BE49-F238E27FC236}">
                <a16:creationId xmlns:a16="http://schemas.microsoft.com/office/drawing/2014/main" id="{89A1B293-2EF7-38A1-8B7D-0B50E385A5A8}"/>
              </a:ext>
            </a:extLst>
          </p:cNvPr>
          <p:cNvSpPr/>
          <p:nvPr/>
        </p:nvSpPr>
        <p:spPr>
          <a:xfrm>
            <a:off x="8798814" y="6053328"/>
            <a:ext cx="274320" cy="274320"/>
          </a:xfrm>
          <a:prstGeom prst="ellipse">
            <a:avLst/>
          </a:prstGeom>
          <a:solidFill>
            <a:srgbClr val="1B43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a:extLst>
              <a:ext uri="{FF2B5EF4-FFF2-40B4-BE49-F238E27FC236}">
                <a16:creationId xmlns:a16="http://schemas.microsoft.com/office/drawing/2014/main" id="{DADBF3C8-A6FD-968C-2B4E-B3908E826C97}"/>
              </a:ext>
            </a:extLst>
          </p:cNvPr>
          <p:cNvSpPr txBox="1"/>
          <p:nvPr/>
        </p:nvSpPr>
        <p:spPr>
          <a:xfrm>
            <a:off x="8798814" y="6053328"/>
            <a:ext cx="274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4</a:t>
            </a:r>
            <a:endParaRPr sz="1200" b="0" i="0" u="none" strike="noStrike" cap="none">
              <a:solidFill>
                <a:schemeClr val="dk1"/>
              </a:solidFill>
              <a:latin typeface="Calibri"/>
              <a:ea typeface="Calibri"/>
              <a:cs typeface="Calibri"/>
              <a:sym typeface="Calibri"/>
            </a:endParaRPr>
          </a:p>
        </p:txBody>
      </p:sp>
      <p:sp>
        <p:nvSpPr>
          <p:cNvPr id="105" name="Google Shape;105;p5">
            <a:extLst>
              <a:ext uri="{FF2B5EF4-FFF2-40B4-BE49-F238E27FC236}">
                <a16:creationId xmlns:a16="http://schemas.microsoft.com/office/drawing/2014/main" id="{0A307A09-93D7-C783-C7B3-95B5AC2CFDB4}"/>
              </a:ext>
            </a:extLst>
          </p:cNvPr>
          <p:cNvSpPr txBox="1"/>
          <p:nvPr/>
        </p:nvSpPr>
        <p:spPr>
          <a:xfrm>
            <a:off x="9182862" y="6035040"/>
            <a:ext cx="2247138"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350"/>
              <a:buFont typeface="Calibri"/>
              <a:buNone/>
            </a:pPr>
            <a:r>
              <a:rPr lang="en-US" sz="1350" b="0" i="0" u="none" strike="noStrike" cap="none">
                <a:solidFill>
                  <a:srgbClr val="16302B"/>
                </a:solidFill>
                <a:latin typeface="Calibri"/>
                <a:ea typeface="Calibri"/>
                <a:cs typeface="Calibri"/>
                <a:sym typeface="Calibri"/>
              </a:rPr>
              <a:t>Files, plots, packages, help</a:t>
            </a:r>
            <a:endParaRPr sz="1350" b="0" i="0" u="none" strike="noStrike" cap="none">
              <a:solidFill>
                <a:schemeClr val="dk1"/>
              </a:solidFill>
              <a:latin typeface="Calibri"/>
              <a:ea typeface="Calibri"/>
              <a:cs typeface="Calibri"/>
              <a:sym typeface="Calibri"/>
            </a:endParaRPr>
          </a:p>
        </p:txBody>
      </p:sp>
      <p:pic>
        <p:nvPicPr>
          <p:cNvPr id="4" name="Imagen 3">
            <a:extLst>
              <a:ext uri="{FF2B5EF4-FFF2-40B4-BE49-F238E27FC236}">
                <a16:creationId xmlns:a16="http://schemas.microsoft.com/office/drawing/2014/main" id="{08165DBD-C015-7036-6C18-0742A70556D1}"/>
              </a:ext>
            </a:extLst>
          </p:cNvPr>
          <p:cNvPicPr>
            <a:picLocks noChangeAspect="1"/>
          </p:cNvPicPr>
          <p:nvPr/>
        </p:nvPicPr>
        <p:blipFill>
          <a:blip r:embed="rId3"/>
          <a:stretch>
            <a:fillRect/>
          </a:stretch>
        </p:blipFill>
        <p:spPr>
          <a:xfrm>
            <a:off x="1628427" y="1251432"/>
            <a:ext cx="8785794" cy="4629457"/>
          </a:xfrm>
          <a:prstGeom prst="rect">
            <a:avLst/>
          </a:prstGeom>
        </p:spPr>
      </p:pic>
    </p:spTree>
    <p:extLst>
      <p:ext uri="{BB962C8B-B14F-4D97-AF65-F5344CB8AC3E}">
        <p14:creationId xmlns:p14="http://schemas.microsoft.com/office/powerpoint/2010/main" val="3129106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
        <p:cNvGrpSpPr/>
        <p:nvPr/>
      </p:nvGrpSpPr>
      <p:grpSpPr>
        <a:xfrm>
          <a:off x="0" y="0"/>
          <a:ext cx="0" cy="0"/>
          <a:chOff x="0" y="0"/>
          <a:chExt cx="0" cy="0"/>
        </a:xfrm>
      </p:grpSpPr>
      <p:sp>
        <p:nvSpPr>
          <p:cNvPr id="111" name="Google Shape;111;p6"/>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TOP LEFT</a:t>
            </a:r>
            <a:endParaRPr sz="1100" b="0" i="0" u="none" strike="noStrike" cap="none">
              <a:solidFill>
                <a:schemeClr val="dk1"/>
              </a:solidFill>
              <a:latin typeface="Calibri"/>
              <a:ea typeface="Calibri"/>
              <a:cs typeface="Calibri"/>
              <a:sym typeface="Calibri"/>
            </a:endParaRPr>
          </a:p>
        </p:txBody>
      </p:sp>
      <p:sp>
        <p:nvSpPr>
          <p:cNvPr id="112" name="Google Shape;112;p6"/>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dirty="0">
                <a:solidFill>
                  <a:srgbClr val="1B4332"/>
                </a:solidFill>
                <a:latin typeface="Cambria"/>
                <a:ea typeface="Cambria"/>
                <a:cs typeface="Cambria"/>
                <a:sym typeface="Cambria"/>
              </a:rPr>
              <a:t>Source: where you write</a:t>
            </a:r>
            <a:endParaRPr sz="3200" b="0" i="0" u="none" strike="noStrike" cap="none" dirty="0">
              <a:solidFill>
                <a:schemeClr val="dk1"/>
              </a:solidFill>
              <a:latin typeface="Calibri"/>
              <a:ea typeface="Calibri"/>
              <a:cs typeface="Calibri"/>
              <a:sym typeface="Calibri"/>
            </a:endParaRPr>
          </a:p>
        </p:txBody>
      </p:sp>
      <p:sp>
        <p:nvSpPr>
          <p:cNvPr id="113" name="Google Shape;113;p6"/>
          <p:cNvSpPr/>
          <p:nvPr/>
        </p:nvSpPr>
        <p:spPr>
          <a:xfrm>
            <a:off x="685800" y="1371600"/>
            <a:ext cx="457200" cy="457200"/>
          </a:xfrm>
          <a:prstGeom prst="ellipse">
            <a:avLst/>
          </a:prstGeom>
          <a:solidFill>
            <a:srgbClr val="E76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6"/>
          <p:cNvSpPr txBox="1"/>
          <p:nvPr/>
        </p:nvSpPr>
        <p:spPr>
          <a:xfrm>
            <a:off x="685800" y="13716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1</a:t>
            </a:r>
            <a:endParaRPr sz="1600" b="0" i="0" u="none" strike="noStrike" cap="none">
              <a:solidFill>
                <a:schemeClr val="dk1"/>
              </a:solidFill>
              <a:latin typeface="Calibri"/>
              <a:ea typeface="Calibri"/>
              <a:cs typeface="Calibri"/>
              <a:sym typeface="Calibri"/>
            </a:endParaRPr>
          </a:p>
        </p:txBody>
      </p:sp>
      <p:sp>
        <p:nvSpPr>
          <p:cNvPr id="116" name="Google Shape;116;p6"/>
          <p:cNvSpPr txBox="1"/>
          <p:nvPr/>
        </p:nvSpPr>
        <p:spPr>
          <a:xfrm>
            <a:off x="6812280" y="1417320"/>
            <a:ext cx="4690872" cy="1536192"/>
          </a:xfrm>
          <a:prstGeom prst="rect">
            <a:avLst/>
          </a:prstGeom>
          <a:noFill/>
          <a:ln>
            <a:noFill/>
          </a:ln>
        </p:spPr>
        <p:txBody>
          <a:bodyPr spcFirstLastPara="1" wrap="square" lIns="0" tIns="0" rIns="0" bIns="0" anchor="t" anchorCtr="0">
            <a:noAutofit/>
          </a:bodyPr>
          <a:lstStyle/>
          <a:p>
            <a:pPr marL="203200" marR="0" lvl="0" indent="-203200" algn="l" rtl="0">
              <a:spcBef>
                <a:spcPts val="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Your script: a plain text file with the instructions, saved on your computer</a:t>
            </a:r>
            <a:endParaRPr sz="1550" b="0" i="0" u="none" strike="noStrike" cap="none">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Nothing here runs by itself - it is a document you are writing</a:t>
            </a:r>
            <a:endParaRPr sz="1550" b="0" i="0" u="none" strike="noStrike" cap="none">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You send a line to R with Ctrl + Enter (Cmd + Enter on Mac)</a:t>
            </a:r>
            <a:endParaRPr sz="1550" b="0" i="0" u="none" strike="noStrike" cap="none">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This is the pane you will spend 90% of your time in</a:t>
            </a:r>
            <a:endParaRPr sz="1550" b="0" i="0" u="none" strike="noStrike" cap="none">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B209C76E-4685-4855-DA24-B43CC94454E9}"/>
              </a:ext>
            </a:extLst>
          </p:cNvPr>
          <p:cNvPicPr>
            <a:picLocks noChangeAspect="1"/>
          </p:cNvPicPr>
          <p:nvPr/>
        </p:nvPicPr>
        <p:blipFill>
          <a:blip r:embed="rId3"/>
          <a:stretch>
            <a:fillRect/>
          </a:stretch>
        </p:blipFill>
        <p:spPr>
          <a:xfrm>
            <a:off x="466780" y="2027936"/>
            <a:ext cx="6065718" cy="3566160"/>
          </a:xfrm>
          <a:prstGeom prst="rect">
            <a:avLst/>
          </a:prstGeom>
          <a:ln>
            <a:solidFill>
              <a:schemeClr val="tx1"/>
            </a:solidFill>
          </a:ln>
        </p:spPr>
      </p:pic>
      <p:pic>
        <p:nvPicPr>
          <p:cNvPr id="5" name="Imagen 4">
            <a:extLst>
              <a:ext uri="{FF2B5EF4-FFF2-40B4-BE49-F238E27FC236}">
                <a16:creationId xmlns:a16="http://schemas.microsoft.com/office/drawing/2014/main" id="{FF40EDF7-FF8E-A608-D850-8F1AE9D1B937}"/>
              </a:ext>
            </a:extLst>
          </p:cNvPr>
          <p:cNvPicPr>
            <a:picLocks noChangeAspect="1"/>
          </p:cNvPicPr>
          <p:nvPr/>
        </p:nvPicPr>
        <p:blipFill>
          <a:blip r:embed="rId4"/>
          <a:stretch>
            <a:fillRect/>
          </a:stretch>
        </p:blipFill>
        <p:spPr>
          <a:xfrm>
            <a:off x="7161856" y="4228846"/>
            <a:ext cx="4563364" cy="22816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3"/>
        <p:cNvGrpSpPr/>
        <p:nvPr/>
      </p:nvGrpSpPr>
      <p:grpSpPr>
        <a:xfrm>
          <a:off x="0" y="0"/>
          <a:ext cx="0" cy="0"/>
          <a:chOff x="0" y="0"/>
          <a:chExt cx="0" cy="0"/>
        </a:xfrm>
      </p:grpSpPr>
      <p:sp>
        <p:nvSpPr>
          <p:cNvPr id="124" name="Google Shape;124;p7"/>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BOTTOM LEFT</a:t>
            </a:r>
            <a:endParaRPr sz="1100" b="0" i="0" u="none" strike="noStrike" cap="none">
              <a:solidFill>
                <a:schemeClr val="dk1"/>
              </a:solidFill>
              <a:latin typeface="Calibri"/>
              <a:ea typeface="Calibri"/>
              <a:cs typeface="Calibri"/>
              <a:sym typeface="Calibri"/>
            </a:endParaRPr>
          </a:p>
        </p:txBody>
      </p:sp>
      <p:sp>
        <p:nvSpPr>
          <p:cNvPr id="125" name="Google Shape;125;p7"/>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Console: where R answers</a:t>
            </a:r>
            <a:endParaRPr sz="3200" b="0" i="0" u="none" strike="noStrike" cap="none">
              <a:solidFill>
                <a:schemeClr val="dk1"/>
              </a:solidFill>
              <a:latin typeface="Calibri"/>
              <a:ea typeface="Calibri"/>
              <a:cs typeface="Calibri"/>
              <a:sym typeface="Calibri"/>
            </a:endParaRPr>
          </a:p>
        </p:txBody>
      </p:sp>
      <p:sp>
        <p:nvSpPr>
          <p:cNvPr id="126" name="Google Shape;126;p7"/>
          <p:cNvSpPr/>
          <p:nvPr/>
        </p:nvSpPr>
        <p:spPr>
          <a:xfrm>
            <a:off x="685800" y="1371600"/>
            <a:ext cx="457200" cy="457200"/>
          </a:xfrm>
          <a:prstGeom prst="ellipse">
            <a:avLst/>
          </a:prstGeom>
          <a:solidFill>
            <a:srgbClr val="E76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txBox="1"/>
          <p:nvPr/>
        </p:nvSpPr>
        <p:spPr>
          <a:xfrm>
            <a:off x="685800" y="13716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2</a:t>
            </a:r>
            <a:endParaRPr sz="1600" b="0" i="0" u="none" strike="noStrike" cap="none">
              <a:solidFill>
                <a:schemeClr val="dk1"/>
              </a:solidFill>
              <a:latin typeface="Calibri"/>
              <a:ea typeface="Calibri"/>
              <a:cs typeface="Calibri"/>
              <a:sym typeface="Calibri"/>
            </a:endParaRPr>
          </a:p>
        </p:txBody>
      </p:sp>
      <p:sp>
        <p:nvSpPr>
          <p:cNvPr id="129" name="Google Shape;129;p7"/>
          <p:cNvSpPr txBox="1"/>
          <p:nvPr/>
        </p:nvSpPr>
        <p:spPr>
          <a:xfrm>
            <a:off x="6934200" y="1828800"/>
            <a:ext cx="4690872" cy="2423160"/>
          </a:xfrm>
          <a:prstGeom prst="rect">
            <a:avLst/>
          </a:prstGeom>
          <a:noFill/>
          <a:ln>
            <a:noFill/>
          </a:ln>
        </p:spPr>
        <p:txBody>
          <a:bodyPr spcFirstLastPara="1" wrap="square" lIns="0" tIns="0" rIns="0" bIns="0" anchor="t" anchorCtr="0">
            <a:noAutofit/>
          </a:bodyPr>
          <a:lstStyle/>
          <a:p>
            <a:pPr marL="203200" marR="0" lvl="0" indent="-203200" algn="l" rtl="0">
              <a:spcBef>
                <a:spcPts val="0"/>
              </a:spcBef>
              <a:spcAft>
                <a:spcPts val="0"/>
              </a:spcAft>
              <a:buClr>
                <a:srgbClr val="16302B"/>
              </a:buClr>
              <a:buSzPts val="1550"/>
              <a:buFont typeface="Calibri"/>
              <a:buChar char="▪"/>
            </a:pPr>
            <a:r>
              <a:rPr lang="en-US" sz="1550" b="0" i="0" u="none" strike="noStrike" cap="none" dirty="0">
                <a:solidFill>
                  <a:srgbClr val="16302B"/>
                </a:solidFill>
                <a:latin typeface="Calibri"/>
                <a:ea typeface="Calibri"/>
                <a:cs typeface="Calibri"/>
                <a:sym typeface="Calibri"/>
              </a:rPr>
              <a:t>R's own window: you send instructions here and results appear here</a:t>
            </a:r>
            <a:endParaRPr sz="1550" b="0" i="0" u="none" strike="noStrike" cap="none" dirty="0">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dirty="0">
                <a:solidFill>
                  <a:srgbClr val="16302B"/>
                </a:solidFill>
                <a:latin typeface="Calibri"/>
                <a:ea typeface="Calibri"/>
                <a:cs typeface="Calibri"/>
                <a:sym typeface="Calibri"/>
              </a:rPr>
              <a:t>You can also type directly into it - but nothing you type here is saved</a:t>
            </a:r>
            <a:endParaRPr sz="1550" b="0" i="0" u="none" strike="noStrike" cap="none" dirty="0">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dirty="0">
                <a:solidFill>
                  <a:srgbClr val="16302B"/>
                </a:solidFill>
                <a:latin typeface="Calibri"/>
                <a:ea typeface="Calibri"/>
                <a:cs typeface="Calibri"/>
                <a:sym typeface="Calibri"/>
              </a:rPr>
              <a:t>The &gt; symbol means R is ready and waiting for you</a:t>
            </a:r>
            <a:endParaRPr sz="1550" b="0" i="0" u="none" strike="noStrike" cap="none" dirty="0">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dirty="0">
                <a:solidFill>
                  <a:srgbClr val="16302B"/>
                </a:solidFill>
                <a:latin typeface="Calibri"/>
                <a:ea typeface="Calibri"/>
                <a:cs typeface="Calibri"/>
                <a:sym typeface="Calibri"/>
              </a:rPr>
              <a:t>Red text is not always a disaster: warnings are red too</a:t>
            </a:r>
            <a:endParaRPr sz="1550" b="0" i="0" u="none" strike="noStrike" cap="none" dirty="0">
              <a:solidFill>
                <a:schemeClr val="dk1"/>
              </a:solidFill>
              <a:latin typeface="Calibri"/>
              <a:ea typeface="Calibri"/>
              <a:cs typeface="Calibri"/>
              <a:sym typeface="Calibri"/>
            </a:endParaRPr>
          </a:p>
        </p:txBody>
      </p:sp>
      <p:sp>
        <p:nvSpPr>
          <p:cNvPr id="130" name="Google Shape;130;p7"/>
          <p:cNvSpPr/>
          <p:nvPr/>
        </p:nvSpPr>
        <p:spPr>
          <a:xfrm>
            <a:off x="6812280" y="4480560"/>
            <a:ext cx="4690872" cy="1097280"/>
          </a:xfrm>
          <a:prstGeom prst="roundRect">
            <a:avLst>
              <a:gd name="adj" fmla="val 5000"/>
            </a:avLst>
          </a:prstGeom>
          <a:solidFill>
            <a:srgbClr val="D8F3DC"/>
          </a:solidFill>
          <a:ln w="9525" cap="flat" cmpd="sng">
            <a:solidFill>
              <a:srgbClr val="4091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txBox="1"/>
          <p:nvPr/>
        </p:nvSpPr>
        <p:spPr>
          <a:xfrm>
            <a:off x="7040880" y="4480560"/>
            <a:ext cx="4233672"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400"/>
              <a:buFont typeface="Calibri"/>
              <a:buNone/>
            </a:pPr>
            <a:r>
              <a:rPr lang="en-US" sz="1400" b="0" i="0" u="none" strike="noStrike" cap="none" dirty="0">
                <a:solidFill>
                  <a:srgbClr val="1B4332"/>
                </a:solidFill>
                <a:latin typeface="Calibri"/>
                <a:ea typeface="Calibri"/>
                <a:cs typeface="Calibri"/>
                <a:sym typeface="Calibri"/>
              </a:rPr>
              <a:t>Rule of thumb: try things in the console, keep the good ones in the script.</a:t>
            </a:r>
            <a:endParaRPr sz="1400" b="0" i="0" u="none" strike="noStrike" cap="none" dirty="0">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BA0C6C4B-4DE0-3CAD-7CAC-21D2B8986A8F}"/>
              </a:ext>
            </a:extLst>
          </p:cNvPr>
          <p:cNvPicPr>
            <a:picLocks noChangeAspect="1"/>
          </p:cNvPicPr>
          <p:nvPr/>
        </p:nvPicPr>
        <p:blipFill>
          <a:blip r:embed="rId3"/>
          <a:stretch>
            <a:fillRect/>
          </a:stretch>
        </p:blipFill>
        <p:spPr>
          <a:xfrm>
            <a:off x="289724" y="2185416"/>
            <a:ext cx="6365076" cy="2247065"/>
          </a:xfrm>
          <a:prstGeom prst="rect">
            <a:avLst/>
          </a:prstGeom>
          <a:ln>
            <a:solidFill>
              <a:schemeClr val="tx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p:cNvGrpSpPr/>
        <p:nvPr/>
      </p:nvGrpSpPr>
      <p:grpSpPr>
        <a:xfrm>
          <a:off x="0" y="0"/>
          <a:ext cx="0" cy="0"/>
          <a:chOff x="0" y="0"/>
          <a:chExt cx="0" cy="0"/>
        </a:xfrm>
      </p:grpSpPr>
      <p:sp>
        <p:nvSpPr>
          <p:cNvPr id="137" name="Google Shape;137;p8"/>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TOP RIGHT</a:t>
            </a:r>
            <a:endParaRPr sz="1100" b="0" i="0" u="none" strike="noStrike" cap="none">
              <a:solidFill>
                <a:schemeClr val="dk1"/>
              </a:solidFill>
              <a:latin typeface="Calibri"/>
              <a:ea typeface="Calibri"/>
              <a:cs typeface="Calibri"/>
              <a:sym typeface="Calibri"/>
            </a:endParaRPr>
          </a:p>
        </p:txBody>
      </p:sp>
      <p:sp>
        <p:nvSpPr>
          <p:cNvPr id="138" name="Google Shape;138;p8"/>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Environment: what R is holding</a:t>
            </a:r>
            <a:endParaRPr sz="3200" b="0" i="0" u="none" strike="noStrike" cap="none">
              <a:solidFill>
                <a:schemeClr val="dk1"/>
              </a:solidFill>
              <a:latin typeface="Calibri"/>
              <a:ea typeface="Calibri"/>
              <a:cs typeface="Calibri"/>
              <a:sym typeface="Calibri"/>
            </a:endParaRPr>
          </a:p>
        </p:txBody>
      </p:sp>
      <p:sp>
        <p:nvSpPr>
          <p:cNvPr id="139" name="Google Shape;139;p8"/>
          <p:cNvSpPr/>
          <p:nvPr/>
        </p:nvSpPr>
        <p:spPr>
          <a:xfrm>
            <a:off x="685800" y="1371600"/>
            <a:ext cx="457200" cy="457200"/>
          </a:xfrm>
          <a:prstGeom prst="ellipse">
            <a:avLst/>
          </a:prstGeom>
          <a:solidFill>
            <a:srgbClr val="E76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txBox="1"/>
          <p:nvPr/>
        </p:nvSpPr>
        <p:spPr>
          <a:xfrm>
            <a:off x="685800" y="13716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3</a:t>
            </a:r>
            <a:endParaRPr sz="1600" b="0" i="0" u="none" strike="noStrike" cap="none">
              <a:solidFill>
                <a:schemeClr val="dk1"/>
              </a:solidFill>
              <a:latin typeface="Calibri"/>
              <a:ea typeface="Calibri"/>
              <a:cs typeface="Calibri"/>
              <a:sym typeface="Calibri"/>
            </a:endParaRPr>
          </a:p>
        </p:txBody>
      </p:sp>
      <p:sp>
        <p:nvSpPr>
          <p:cNvPr id="142" name="Google Shape;142;p8"/>
          <p:cNvSpPr txBox="1"/>
          <p:nvPr/>
        </p:nvSpPr>
        <p:spPr>
          <a:xfrm>
            <a:off x="6812280" y="1417320"/>
            <a:ext cx="4690872" cy="1536192"/>
          </a:xfrm>
          <a:prstGeom prst="rect">
            <a:avLst/>
          </a:prstGeom>
          <a:noFill/>
          <a:ln>
            <a:noFill/>
          </a:ln>
        </p:spPr>
        <p:txBody>
          <a:bodyPr spcFirstLastPara="1" wrap="square" lIns="0" tIns="0" rIns="0" bIns="0" anchor="t" anchorCtr="0">
            <a:noAutofit/>
          </a:bodyPr>
          <a:lstStyle/>
          <a:p>
            <a:pPr marL="203200" marR="0" lvl="0" indent="-203200" algn="l" rtl="0">
              <a:spcBef>
                <a:spcPts val="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The list of everything you have created in this session: tables, vectors, values</a:t>
            </a:r>
            <a:endParaRPr sz="1550" b="0" i="0" u="none" strike="noStrike" cap="none">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It lives in memory, not on disk - closing R empties it</a:t>
            </a:r>
            <a:endParaRPr sz="1550" b="0" i="0" u="none" strike="noStrike" cap="none">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Click a table here and it opens in a spreadsheet-like viewer</a:t>
            </a:r>
            <a:endParaRPr sz="1550" b="0" i="0" u="none" strike="noStrike" cap="none">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The broom icon clears everything, which is a good way to test a script</a:t>
            </a:r>
            <a:endParaRPr sz="1550" b="0" i="0" u="none" strike="noStrike" cap="none">
              <a:solidFill>
                <a:schemeClr val="dk1"/>
              </a:solidFill>
              <a:latin typeface="Calibri"/>
              <a:ea typeface="Calibri"/>
              <a:cs typeface="Calibri"/>
              <a:sym typeface="Calibri"/>
            </a:endParaRPr>
          </a:p>
        </p:txBody>
      </p:sp>
      <p:sp>
        <p:nvSpPr>
          <p:cNvPr id="143" name="Google Shape;143;p8"/>
          <p:cNvSpPr/>
          <p:nvPr/>
        </p:nvSpPr>
        <p:spPr>
          <a:xfrm>
            <a:off x="6812280" y="4480560"/>
            <a:ext cx="4690872" cy="1097280"/>
          </a:xfrm>
          <a:prstGeom prst="roundRect">
            <a:avLst>
              <a:gd name="adj" fmla="val 5000"/>
            </a:avLst>
          </a:prstGeom>
          <a:solidFill>
            <a:srgbClr val="D8F3DC"/>
          </a:solidFill>
          <a:ln w="9525" cap="flat" cmpd="sng">
            <a:solidFill>
              <a:srgbClr val="4091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txBox="1"/>
          <p:nvPr/>
        </p:nvSpPr>
        <p:spPr>
          <a:xfrm>
            <a:off x="7040880" y="4480560"/>
            <a:ext cx="4233672"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400"/>
              <a:buFont typeface="Calibri"/>
              <a:buNone/>
            </a:pPr>
            <a:r>
              <a:rPr lang="en-US" sz="1400" b="0" i="0" u="none" strike="noStrike" cap="none">
                <a:solidFill>
                  <a:srgbClr val="1B4332"/>
                </a:solidFill>
                <a:latin typeface="Calibri"/>
                <a:ea typeface="Calibri"/>
                <a:cs typeface="Calibri"/>
                <a:sym typeface="Calibri"/>
              </a:rPr>
              <a:t>In this screenshot it says 'Environment is empty' - a fresh session, nothing loaded yet.</a:t>
            </a:r>
            <a:endParaRPr sz="1400" b="0" i="0" u="none" strike="noStrike" cap="none">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D265282A-1EA5-C314-A727-1D4EF093E0B7}"/>
              </a:ext>
            </a:extLst>
          </p:cNvPr>
          <p:cNvPicPr>
            <a:picLocks noChangeAspect="1"/>
          </p:cNvPicPr>
          <p:nvPr/>
        </p:nvPicPr>
        <p:blipFill>
          <a:blip r:embed="rId3"/>
          <a:stretch>
            <a:fillRect/>
          </a:stretch>
        </p:blipFill>
        <p:spPr>
          <a:xfrm>
            <a:off x="308683" y="1963928"/>
            <a:ext cx="6045108" cy="3465576"/>
          </a:xfrm>
          <a:prstGeom prst="rect">
            <a:avLst/>
          </a:prstGeom>
          <a:ln>
            <a:solidFill>
              <a:schemeClr val="tx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9"/>
        <p:cNvGrpSpPr/>
        <p:nvPr/>
      </p:nvGrpSpPr>
      <p:grpSpPr>
        <a:xfrm>
          <a:off x="0" y="0"/>
          <a:ext cx="0" cy="0"/>
          <a:chOff x="0" y="0"/>
          <a:chExt cx="0" cy="0"/>
        </a:xfrm>
      </p:grpSpPr>
      <p:sp>
        <p:nvSpPr>
          <p:cNvPr id="150" name="Google Shape;150;p9"/>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BOTTOM RIGHT</a:t>
            </a:r>
            <a:endParaRPr sz="1100" b="0" i="0" u="none" strike="noStrike" cap="none">
              <a:solidFill>
                <a:schemeClr val="dk1"/>
              </a:solidFill>
              <a:latin typeface="Calibri"/>
              <a:ea typeface="Calibri"/>
              <a:cs typeface="Calibri"/>
              <a:sym typeface="Calibri"/>
            </a:endParaRPr>
          </a:p>
        </p:txBody>
      </p:sp>
      <p:sp>
        <p:nvSpPr>
          <p:cNvPr id="151" name="Google Shape;151;p9"/>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Files, plots, packages, help</a:t>
            </a:r>
            <a:endParaRPr sz="3200" b="0" i="0" u="none" strike="noStrike" cap="none">
              <a:solidFill>
                <a:schemeClr val="dk1"/>
              </a:solidFill>
              <a:latin typeface="Calibri"/>
              <a:ea typeface="Calibri"/>
              <a:cs typeface="Calibri"/>
              <a:sym typeface="Calibri"/>
            </a:endParaRPr>
          </a:p>
        </p:txBody>
      </p:sp>
      <p:sp>
        <p:nvSpPr>
          <p:cNvPr id="152" name="Google Shape;152;p9"/>
          <p:cNvSpPr/>
          <p:nvPr/>
        </p:nvSpPr>
        <p:spPr>
          <a:xfrm>
            <a:off x="685800" y="1371600"/>
            <a:ext cx="457200" cy="457200"/>
          </a:xfrm>
          <a:prstGeom prst="ellipse">
            <a:avLst/>
          </a:prstGeom>
          <a:solidFill>
            <a:srgbClr val="E76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9"/>
          <p:cNvSpPr txBox="1"/>
          <p:nvPr/>
        </p:nvSpPr>
        <p:spPr>
          <a:xfrm>
            <a:off x="685800" y="13716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mbria"/>
              <a:buNone/>
            </a:pPr>
            <a:r>
              <a:rPr lang="en-US" sz="1600" b="1" i="0" u="none" strike="noStrike" cap="none">
                <a:solidFill>
                  <a:srgbClr val="FFFFFF"/>
                </a:solidFill>
                <a:latin typeface="Cambria"/>
                <a:ea typeface="Cambria"/>
                <a:cs typeface="Cambria"/>
                <a:sym typeface="Cambria"/>
              </a:rPr>
              <a:t>4</a:t>
            </a:r>
            <a:endParaRPr sz="1600" b="0" i="0" u="none" strike="noStrike" cap="none">
              <a:solidFill>
                <a:schemeClr val="dk1"/>
              </a:solidFill>
              <a:latin typeface="Calibri"/>
              <a:ea typeface="Calibri"/>
              <a:cs typeface="Calibri"/>
              <a:sym typeface="Calibri"/>
            </a:endParaRPr>
          </a:p>
        </p:txBody>
      </p:sp>
      <p:pic>
        <p:nvPicPr>
          <p:cNvPr id="154" name="Google Shape;154;p9" descr="/home/claude/pane_files.png"/>
          <p:cNvPicPr preferRelativeResize="0"/>
          <p:nvPr/>
        </p:nvPicPr>
        <p:blipFill rotWithShape="1">
          <a:blip r:embed="rId3">
            <a:alphaModFix/>
          </a:blip>
          <a:srcRect/>
          <a:stretch/>
        </p:blipFill>
        <p:spPr>
          <a:xfrm>
            <a:off x="685800" y="2011680"/>
            <a:ext cx="5760720" cy="2532888"/>
          </a:xfrm>
          <a:prstGeom prst="rect">
            <a:avLst/>
          </a:prstGeom>
          <a:noFill/>
          <a:ln>
            <a:solidFill>
              <a:schemeClr val="tx1"/>
            </a:solidFill>
          </a:ln>
        </p:spPr>
      </p:pic>
      <p:sp>
        <p:nvSpPr>
          <p:cNvPr id="155" name="Google Shape;155;p9"/>
          <p:cNvSpPr txBox="1"/>
          <p:nvPr/>
        </p:nvSpPr>
        <p:spPr>
          <a:xfrm>
            <a:off x="6812280" y="1417320"/>
            <a:ext cx="4690872" cy="1536192"/>
          </a:xfrm>
          <a:prstGeom prst="rect">
            <a:avLst/>
          </a:prstGeom>
          <a:noFill/>
          <a:ln>
            <a:noFill/>
          </a:ln>
        </p:spPr>
        <p:txBody>
          <a:bodyPr spcFirstLastPara="1" wrap="square" lIns="0" tIns="0" rIns="0" bIns="0" anchor="t" anchorCtr="0">
            <a:noAutofit/>
          </a:bodyPr>
          <a:lstStyle/>
          <a:p>
            <a:pPr marL="203200" marR="0" lvl="0" indent="-203200" algn="l" rtl="0">
              <a:spcBef>
                <a:spcPts val="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Files: the folder you are working in, exactly as in your file explorer</a:t>
            </a:r>
            <a:endParaRPr sz="1550" b="0" i="0" u="none" strike="noStrike" cap="none">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Plots: every figure you draw appears here, with arrows to go back</a:t>
            </a:r>
            <a:endParaRPr sz="1550" b="0" i="0" u="none" strike="noStrike" cap="none">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Packages: the list of extensions installed and loaded</a:t>
            </a:r>
            <a:endParaRPr sz="1550" b="0" i="0" u="none" strike="noStrike" cap="none">
              <a:solidFill>
                <a:schemeClr val="dk1"/>
              </a:solidFill>
              <a:latin typeface="Calibri"/>
              <a:ea typeface="Calibri"/>
              <a:cs typeface="Calibri"/>
              <a:sym typeface="Calibri"/>
            </a:endParaRPr>
          </a:p>
          <a:p>
            <a:pPr marL="203200" marR="0" lvl="0" indent="-203200" algn="l" rtl="0">
              <a:spcBef>
                <a:spcPts val="1400"/>
              </a:spcBef>
              <a:spcAft>
                <a:spcPts val="0"/>
              </a:spcAft>
              <a:buClr>
                <a:srgbClr val="16302B"/>
              </a:buClr>
              <a:buSzPts val="1550"/>
              <a:buFont typeface="Calibri"/>
              <a:buChar char="▪"/>
            </a:pPr>
            <a:r>
              <a:rPr lang="en-US" sz="1550" b="0" i="0" u="none" strike="noStrike" cap="none">
                <a:solidFill>
                  <a:srgbClr val="16302B"/>
                </a:solidFill>
                <a:latin typeface="Calibri"/>
                <a:ea typeface="Calibri"/>
                <a:cs typeface="Calibri"/>
                <a:sym typeface="Calibri"/>
              </a:rPr>
              <a:t>Help: the manual page of any function</a:t>
            </a:r>
            <a:endParaRPr sz="1550" b="0" i="0" u="none" strike="noStrike" cap="none">
              <a:solidFill>
                <a:schemeClr val="dk1"/>
              </a:solidFill>
              <a:latin typeface="Calibri"/>
              <a:ea typeface="Calibri"/>
              <a:cs typeface="Calibri"/>
              <a:sym typeface="Calibri"/>
            </a:endParaRPr>
          </a:p>
        </p:txBody>
      </p:sp>
      <p:sp>
        <p:nvSpPr>
          <p:cNvPr id="156" name="Google Shape;156;p9"/>
          <p:cNvSpPr/>
          <p:nvPr/>
        </p:nvSpPr>
        <p:spPr>
          <a:xfrm>
            <a:off x="6812280" y="4480560"/>
            <a:ext cx="4690872" cy="1097280"/>
          </a:xfrm>
          <a:prstGeom prst="roundRect">
            <a:avLst>
              <a:gd name="adj" fmla="val 5000"/>
            </a:avLst>
          </a:prstGeom>
          <a:solidFill>
            <a:srgbClr val="D8F3DC"/>
          </a:solidFill>
          <a:ln w="9525" cap="flat" cmpd="sng">
            <a:solidFill>
              <a:srgbClr val="4091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txBox="1"/>
          <p:nvPr/>
        </p:nvSpPr>
        <p:spPr>
          <a:xfrm>
            <a:off x="7040880" y="4480560"/>
            <a:ext cx="4233672"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400"/>
              <a:buFont typeface="Calibri"/>
              <a:buNone/>
            </a:pPr>
            <a:r>
              <a:rPr lang="en-US" sz="1400" b="0" i="0" u="none" strike="noStrike" cap="none">
                <a:solidFill>
                  <a:srgbClr val="1B4332"/>
                </a:solidFill>
                <a:latin typeface="Calibri"/>
                <a:ea typeface="Calibri"/>
                <a:cs typeface="Calibri"/>
                <a:sym typeface="Calibri"/>
              </a:rPr>
              <a:t>Also here: Viewer, for notebooks and interactive output.</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2"/>
        <p:cNvGrpSpPr/>
        <p:nvPr/>
      </p:nvGrpSpPr>
      <p:grpSpPr>
        <a:xfrm>
          <a:off x="0" y="0"/>
          <a:ext cx="0" cy="0"/>
          <a:chOff x="0" y="0"/>
          <a:chExt cx="0" cy="0"/>
        </a:xfrm>
      </p:grpSpPr>
      <p:sp>
        <p:nvSpPr>
          <p:cNvPr id="163" name="Google Shape;163;p10"/>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FILES YOU CAN CREATE</a:t>
            </a:r>
            <a:endParaRPr sz="1100" b="0" i="0" u="none" strike="noStrike" cap="none">
              <a:solidFill>
                <a:schemeClr val="dk1"/>
              </a:solidFill>
              <a:latin typeface="Calibri"/>
              <a:ea typeface="Calibri"/>
              <a:cs typeface="Calibri"/>
              <a:sym typeface="Calibri"/>
            </a:endParaRPr>
          </a:p>
        </p:txBody>
      </p:sp>
      <p:sp>
        <p:nvSpPr>
          <p:cNvPr id="164" name="Google Shape;164;p10"/>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Two ways of writing: script or notebook</a:t>
            </a:r>
            <a:endParaRPr sz="3200" b="0" i="0" u="none" strike="noStrike" cap="none">
              <a:solidFill>
                <a:schemeClr val="dk1"/>
              </a:solidFill>
              <a:latin typeface="Calibri"/>
              <a:ea typeface="Calibri"/>
              <a:cs typeface="Calibri"/>
              <a:sym typeface="Calibri"/>
            </a:endParaRPr>
          </a:p>
        </p:txBody>
      </p:sp>
      <p:sp>
        <p:nvSpPr>
          <p:cNvPr id="165" name="Google Shape;165;p10"/>
          <p:cNvSpPr/>
          <p:nvPr/>
        </p:nvSpPr>
        <p:spPr>
          <a:xfrm>
            <a:off x="685800" y="1417320"/>
            <a:ext cx="5180076" cy="3200400"/>
          </a:xfrm>
          <a:prstGeom prst="roundRect">
            <a:avLst>
              <a:gd name="adj" fmla="val 1714"/>
            </a:avLst>
          </a:prstGeom>
          <a:solidFill>
            <a:srgbClr val="EDF7EF"/>
          </a:solidFill>
          <a:ln w="12700"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0"/>
          <p:cNvSpPr txBox="1"/>
          <p:nvPr/>
        </p:nvSpPr>
        <p:spPr>
          <a:xfrm>
            <a:off x="1005840" y="1600200"/>
            <a:ext cx="453999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2100"/>
              <a:buFont typeface="Cambria"/>
              <a:buNone/>
            </a:pPr>
            <a:r>
              <a:rPr lang="en-US" sz="2100" b="1" i="0" u="none" strike="noStrike" cap="none">
                <a:solidFill>
                  <a:srgbClr val="1B4332"/>
                </a:solidFill>
                <a:latin typeface="Cambria"/>
                <a:ea typeface="Cambria"/>
                <a:cs typeface="Cambria"/>
                <a:sym typeface="Cambria"/>
              </a:rPr>
              <a:t>R script   .R</a:t>
            </a:r>
            <a:endParaRPr sz="2100" b="0" i="0" u="none" strike="noStrike" cap="none">
              <a:solidFill>
                <a:schemeClr val="dk1"/>
              </a:solidFill>
              <a:latin typeface="Calibri"/>
              <a:ea typeface="Calibri"/>
              <a:cs typeface="Calibri"/>
              <a:sym typeface="Calibri"/>
            </a:endParaRPr>
          </a:p>
        </p:txBody>
      </p:sp>
      <p:sp>
        <p:nvSpPr>
          <p:cNvPr id="167" name="Google Shape;167;p10"/>
          <p:cNvSpPr txBox="1"/>
          <p:nvPr/>
        </p:nvSpPr>
        <p:spPr>
          <a:xfrm>
            <a:off x="1005840" y="2057400"/>
            <a:ext cx="4539996" cy="1536192"/>
          </a:xfrm>
          <a:prstGeom prst="rect">
            <a:avLst/>
          </a:prstGeom>
          <a:noFill/>
          <a:ln>
            <a:noFill/>
          </a:ln>
        </p:spPr>
        <p:txBody>
          <a:bodyPr spcFirstLastPara="1" wrap="square" lIns="0" tIns="0" rIns="0" bIns="0" anchor="t" anchorCtr="0">
            <a:noAutofit/>
          </a:bodyPr>
          <a:lstStyle/>
          <a:p>
            <a:pPr marL="203200" marR="0" lvl="0" indent="-203200" algn="l" rtl="0">
              <a:spcBef>
                <a:spcPts val="0"/>
              </a:spcBef>
              <a:spcAft>
                <a:spcPts val="0"/>
              </a:spcAft>
              <a:buClr>
                <a:srgbClr val="16302B"/>
              </a:buClr>
              <a:buSzPts val="1500"/>
              <a:buFont typeface="Calibri"/>
              <a:buChar char="▪"/>
            </a:pPr>
            <a:r>
              <a:rPr lang="en-US" sz="1500" b="0" i="0" u="none" strike="noStrike" cap="none">
                <a:solidFill>
                  <a:srgbClr val="16302B"/>
                </a:solidFill>
                <a:latin typeface="Calibri"/>
                <a:ea typeface="Calibri"/>
                <a:cs typeface="Calibri"/>
                <a:sym typeface="Calibri"/>
              </a:rPr>
              <a:t>Only code, plus comments after a # symbol</a:t>
            </a:r>
            <a:endParaRPr sz="1500" b="0" i="0" u="none" strike="noStrike" cap="none">
              <a:solidFill>
                <a:schemeClr val="dk1"/>
              </a:solidFill>
              <a:latin typeface="Calibri"/>
              <a:ea typeface="Calibri"/>
              <a:cs typeface="Calibri"/>
              <a:sym typeface="Calibri"/>
            </a:endParaRPr>
          </a:p>
          <a:p>
            <a:pPr marL="203200" marR="0" lvl="0" indent="-203200" algn="l" rtl="0">
              <a:spcBef>
                <a:spcPts val="1200"/>
              </a:spcBef>
              <a:spcAft>
                <a:spcPts val="0"/>
              </a:spcAft>
              <a:buClr>
                <a:srgbClr val="16302B"/>
              </a:buClr>
              <a:buSzPts val="1500"/>
              <a:buFont typeface="Calibri"/>
              <a:buChar char="▪"/>
            </a:pPr>
            <a:r>
              <a:rPr lang="en-US" sz="1500" b="0" i="0" u="none" strike="noStrike" cap="none">
                <a:solidFill>
                  <a:srgbClr val="16302B"/>
                </a:solidFill>
                <a:latin typeface="Calibri"/>
                <a:ea typeface="Calibri"/>
                <a:cs typeface="Calibri"/>
                <a:sym typeface="Calibri"/>
              </a:rPr>
              <a:t>Results appear in the console and in the plots pane</a:t>
            </a:r>
            <a:endParaRPr sz="1500" b="0" i="0" u="none" strike="noStrike" cap="none">
              <a:solidFill>
                <a:schemeClr val="dk1"/>
              </a:solidFill>
              <a:latin typeface="Calibri"/>
              <a:ea typeface="Calibri"/>
              <a:cs typeface="Calibri"/>
              <a:sym typeface="Calibri"/>
            </a:endParaRPr>
          </a:p>
          <a:p>
            <a:pPr marL="203200" marR="0" lvl="0" indent="-203200" algn="l" rtl="0">
              <a:spcBef>
                <a:spcPts val="1200"/>
              </a:spcBef>
              <a:spcAft>
                <a:spcPts val="0"/>
              </a:spcAft>
              <a:buClr>
                <a:srgbClr val="16302B"/>
              </a:buClr>
              <a:buSzPts val="1500"/>
              <a:buFont typeface="Calibri"/>
              <a:buChar char="▪"/>
            </a:pPr>
            <a:r>
              <a:rPr lang="en-US" sz="1500" b="0" i="0" u="none" strike="noStrike" cap="none">
                <a:solidFill>
                  <a:srgbClr val="16302B"/>
                </a:solidFill>
                <a:latin typeface="Calibri"/>
                <a:ea typeface="Calibri"/>
                <a:cs typeface="Calibri"/>
                <a:sym typeface="Calibri"/>
              </a:rPr>
              <a:t>The straightforward option - what we will use in this course</a:t>
            </a:r>
            <a:endParaRPr sz="1500" b="0" i="0" u="none" strike="noStrike" cap="none">
              <a:solidFill>
                <a:schemeClr val="dk1"/>
              </a:solidFill>
              <a:latin typeface="Calibri"/>
              <a:ea typeface="Calibri"/>
              <a:cs typeface="Calibri"/>
              <a:sym typeface="Calibri"/>
            </a:endParaRPr>
          </a:p>
          <a:p>
            <a:pPr marL="203200" marR="0" lvl="0" indent="-203200" algn="l" rtl="0">
              <a:spcBef>
                <a:spcPts val="1200"/>
              </a:spcBef>
              <a:spcAft>
                <a:spcPts val="0"/>
              </a:spcAft>
              <a:buClr>
                <a:srgbClr val="16302B"/>
              </a:buClr>
              <a:buSzPts val="1500"/>
              <a:buFont typeface="Calibri"/>
              <a:buChar char="▪"/>
            </a:pPr>
            <a:r>
              <a:rPr lang="en-US" sz="1500" b="0" i="0" u="none" strike="noStrike" cap="none">
                <a:solidFill>
                  <a:srgbClr val="16302B"/>
                </a:solidFill>
                <a:latin typeface="Calibri"/>
                <a:ea typeface="Calibri"/>
                <a:cs typeface="Calibri"/>
                <a:sym typeface="Calibri"/>
              </a:rPr>
              <a:t>Perfect for a pipeline you run from top to bottom</a:t>
            </a:r>
            <a:endParaRPr sz="1500" b="0" i="0" u="none" strike="noStrike" cap="none">
              <a:solidFill>
                <a:schemeClr val="dk1"/>
              </a:solidFill>
              <a:latin typeface="Calibri"/>
              <a:ea typeface="Calibri"/>
              <a:cs typeface="Calibri"/>
              <a:sym typeface="Calibri"/>
            </a:endParaRPr>
          </a:p>
        </p:txBody>
      </p:sp>
      <p:sp>
        <p:nvSpPr>
          <p:cNvPr id="168" name="Google Shape;168;p10"/>
          <p:cNvSpPr/>
          <p:nvPr/>
        </p:nvSpPr>
        <p:spPr>
          <a:xfrm>
            <a:off x="6323076" y="1417320"/>
            <a:ext cx="5180076" cy="3200400"/>
          </a:xfrm>
          <a:prstGeom prst="roundRect">
            <a:avLst>
              <a:gd name="adj" fmla="val 1714"/>
            </a:avLst>
          </a:prstGeom>
          <a:solidFill>
            <a:srgbClr val="D8F3DC"/>
          </a:solidFill>
          <a:ln w="12700" cap="flat" cmpd="sng">
            <a:solidFill>
              <a:srgbClr val="4091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0"/>
          <p:cNvSpPr txBox="1"/>
          <p:nvPr/>
        </p:nvSpPr>
        <p:spPr>
          <a:xfrm>
            <a:off x="6643116" y="1600200"/>
            <a:ext cx="453999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2100"/>
              <a:buFont typeface="Cambria"/>
              <a:buNone/>
            </a:pPr>
            <a:r>
              <a:rPr lang="en-US" sz="2100" b="1" i="0" u="none" strike="noStrike" cap="none">
                <a:solidFill>
                  <a:srgbClr val="1B4332"/>
                </a:solidFill>
                <a:latin typeface="Cambria"/>
                <a:ea typeface="Cambria"/>
                <a:cs typeface="Cambria"/>
                <a:sym typeface="Cambria"/>
              </a:rPr>
              <a:t>R notebook   .Rmd</a:t>
            </a:r>
            <a:endParaRPr sz="2100" b="0" i="0" u="none" strike="noStrike" cap="none">
              <a:solidFill>
                <a:schemeClr val="dk1"/>
              </a:solidFill>
              <a:latin typeface="Calibri"/>
              <a:ea typeface="Calibri"/>
              <a:cs typeface="Calibri"/>
              <a:sym typeface="Calibri"/>
            </a:endParaRPr>
          </a:p>
        </p:txBody>
      </p:sp>
      <p:sp>
        <p:nvSpPr>
          <p:cNvPr id="170" name="Google Shape;170;p10"/>
          <p:cNvSpPr txBox="1"/>
          <p:nvPr/>
        </p:nvSpPr>
        <p:spPr>
          <a:xfrm>
            <a:off x="6643116" y="2057400"/>
            <a:ext cx="4539996" cy="1536192"/>
          </a:xfrm>
          <a:prstGeom prst="rect">
            <a:avLst/>
          </a:prstGeom>
          <a:noFill/>
          <a:ln>
            <a:noFill/>
          </a:ln>
        </p:spPr>
        <p:txBody>
          <a:bodyPr spcFirstLastPara="1" wrap="square" lIns="0" tIns="0" rIns="0" bIns="0" anchor="t" anchorCtr="0">
            <a:noAutofit/>
          </a:bodyPr>
          <a:lstStyle/>
          <a:p>
            <a:pPr marL="203200" marR="0" lvl="0" indent="-203200" algn="l" rtl="0">
              <a:spcBef>
                <a:spcPts val="0"/>
              </a:spcBef>
              <a:spcAft>
                <a:spcPts val="0"/>
              </a:spcAft>
              <a:buClr>
                <a:srgbClr val="16302B"/>
              </a:buClr>
              <a:buSzPts val="1500"/>
              <a:buFont typeface="Calibri"/>
              <a:buChar char="▪"/>
            </a:pPr>
            <a:r>
              <a:rPr lang="en-US" sz="1500" b="0" i="0" u="none" strike="noStrike" cap="none">
                <a:solidFill>
                  <a:srgbClr val="16302B"/>
                </a:solidFill>
                <a:latin typeface="Calibri"/>
                <a:ea typeface="Calibri"/>
                <a:cs typeface="Calibri"/>
                <a:sym typeface="Calibri"/>
              </a:rPr>
              <a:t>Written text and code together, in blocks called chunks</a:t>
            </a:r>
            <a:endParaRPr sz="1500" b="0" i="0" u="none" strike="noStrike" cap="none">
              <a:solidFill>
                <a:schemeClr val="dk1"/>
              </a:solidFill>
              <a:latin typeface="Calibri"/>
              <a:ea typeface="Calibri"/>
              <a:cs typeface="Calibri"/>
              <a:sym typeface="Calibri"/>
            </a:endParaRPr>
          </a:p>
          <a:p>
            <a:pPr marL="203200" marR="0" lvl="0" indent="-203200" algn="l" rtl="0">
              <a:spcBef>
                <a:spcPts val="1200"/>
              </a:spcBef>
              <a:spcAft>
                <a:spcPts val="0"/>
              </a:spcAft>
              <a:buClr>
                <a:srgbClr val="16302B"/>
              </a:buClr>
              <a:buSzPts val="1500"/>
              <a:buFont typeface="Calibri"/>
              <a:buChar char="▪"/>
            </a:pPr>
            <a:r>
              <a:rPr lang="en-US" sz="1500" b="0" i="0" u="none" strike="noStrike" cap="none">
                <a:solidFill>
                  <a:srgbClr val="16302B"/>
                </a:solidFill>
                <a:latin typeface="Calibri"/>
                <a:ea typeface="Calibri"/>
                <a:cs typeface="Calibri"/>
                <a:sym typeface="Calibri"/>
              </a:rPr>
              <a:t>Each chunk is run on its own and the result appears just below it</a:t>
            </a:r>
            <a:endParaRPr sz="1500" b="0" i="0" u="none" strike="noStrike" cap="none">
              <a:solidFill>
                <a:schemeClr val="dk1"/>
              </a:solidFill>
              <a:latin typeface="Calibri"/>
              <a:ea typeface="Calibri"/>
              <a:cs typeface="Calibri"/>
              <a:sym typeface="Calibri"/>
            </a:endParaRPr>
          </a:p>
          <a:p>
            <a:pPr marL="203200" marR="0" lvl="0" indent="-203200" algn="l" rtl="0">
              <a:spcBef>
                <a:spcPts val="1200"/>
              </a:spcBef>
              <a:spcAft>
                <a:spcPts val="0"/>
              </a:spcAft>
              <a:buClr>
                <a:srgbClr val="16302B"/>
              </a:buClr>
              <a:buSzPts val="1500"/>
              <a:buFont typeface="Calibri"/>
              <a:buChar char="▪"/>
            </a:pPr>
            <a:r>
              <a:rPr lang="en-US" sz="1500" b="0" i="0" u="none" strike="noStrike" cap="none">
                <a:solidFill>
                  <a:srgbClr val="16302B"/>
                </a:solidFill>
                <a:latin typeface="Calibri"/>
                <a:ea typeface="Calibri"/>
                <a:cs typeface="Calibri"/>
                <a:sym typeface="Calibri"/>
              </a:rPr>
              <a:t>Exports to HTML, Word or PDF: report and analysis in one file</a:t>
            </a:r>
            <a:endParaRPr sz="1500" b="0" i="0" u="none" strike="noStrike" cap="none">
              <a:solidFill>
                <a:schemeClr val="dk1"/>
              </a:solidFill>
              <a:latin typeface="Calibri"/>
              <a:ea typeface="Calibri"/>
              <a:cs typeface="Calibri"/>
              <a:sym typeface="Calibri"/>
            </a:endParaRPr>
          </a:p>
          <a:p>
            <a:pPr marL="203200" marR="0" lvl="0" indent="-203200" algn="l" rtl="0">
              <a:spcBef>
                <a:spcPts val="1200"/>
              </a:spcBef>
              <a:spcAft>
                <a:spcPts val="0"/>
              </a:spcAft>
              <a:buClr>
                <a:srgbClr val="16302B"/>
              </a:buClr>
              <a:buSzPts val="1500"/>
              <a:buFont typeface="Calibri"/>
              <a:buChar char="▪"/>
            </a:pPr>
            <a:r>
              <a:rPr lang="en-US" sz="1500" b="0" i="0" u="none" strike="noStrike" cap="none">
                <a:solidFill>
                  <a:srgbClr val="16302B"/>
                </a:solidFill>
                <a:latin typeface="Calibri"/>
                <a:ea typeface="Calibri"/>
                <a:cs typeface="Calibri"/>
                <a:sym typeface="Calibri"/>
              </a:rPr>
              <a:t>Ideal for explaining results to somebody else</a:t>
            </a:r>
            <a:endParaRPr sz="1500" b="0" i="0" u="none" strike="noStrike" cap="none">
              <a:solidFill>
                <a:schemeClr val="dk1"/>
              </a:solidFill>
              <a:latin typeface="Calibri"/>
              <a:ea typeface="Calibri"/>
              <a:cs typeface="Calibri"/>
              <a:sym typeface="Calibri"/>
            </a:endParaRPr>
          </a:p>
        </p:txBody>
      </p:sp>
      <p:sp>
        <p:nvSpPr>
          <p:cNvPr id="171" name="Google Shape;171;p10"/>
          <p:cNvSpPr txBox="1"/>
          <p:nvPr/>
        </p:nvSpPr>
        <p:spPr>
          <a:xfrm>
            <a:off x="685800" y="4892040"/>
            <a:ext cx="10817352"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302B"/>
              </a:buClr>
              <a:buSzPts val="1600"/>
              <a:buFont typeface="Calibri"/>
              <a:buNone/>
            </a:pPr>
            <a:r>
              <a:rPr lang="en-US" sz="1600" b="0" i="0" u="none" strike="noStrike" cap="none">
                <a:solidFill>
                  <a:srgbClr val="16302B"/>
                </a:solidFill>
                <a:latin typeface="Calibri"/>
                <a:ea typeface="Calibri"/>
                <a:cs typeface="Calibri"/>
                <a:sym typeface="Calibri"/>
              </a:rPr>
              <a:t>Same R underneath. The difference is how the code and the results are laid out on the page.</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2">
          <a:extLst>
            <a:ext uri="{FF2B5EF4-FFF2-40B4-BE49-F238E27FC236}">
              <a16:creationId xmlns:a16="http://schemas.microsoft.com/office/drawing/2014/main" id="{67C5724E-92CA-5611-469F-9B2B3E05A3DF}"/>
            </a:ext>
          </a:extLst>
        </p:cNvPr>
        <p:cNvGrpSpPr/>
        <p:nvPr/>
      </p:nvGrpSpPr>
      <p:grpSpPr>
        <a:xfrm>
          <a:off x="0" y="0"/>
          <a:ext cx="0" cy="0"/>
          <a:chOff x="0" y="0"/>
          <a:chExt cx="0" cy="0"/>
        </a:xfrm>
      </p:grpSpPr>
      <p:sp>
        <p:nvSpPr>
          <p:cNvPr id="163" name="Google Shape;163;p10">
            <a:extLst>
              <a:ext uri="{FF2B5EF4-FFF2-40B4-BE49-F238E27FC236}">
                <a16:creationId xmlns:a16="http://schemas.microsoft.com/office/drawing/2014/main" id="{E81D7DE2-7E37-1538-85B2-E4A1D51764C3}"/>
              </a:ext>
            </a:extLst>
          </p:cNvPr>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FILES YOU CAN CREATE</a:t>
            </a:r>
            <a:endParaRPr sz="1100" b="0" i="0" u="none" strike="noStrike" cap="none">
              <a:solidFill>
                <a:schemeClr val="dk1"/>
              </a:solidFill>
              <a:latin typeface="Calibri"/>
              <a:ea typeface="Calibri"/>
              <a:cs typeface="Calibri"/>
              <a:sym typeface="Calibri"/>
            </a:endParaRPr>
          </a:p>
        </p:txBody>
      </p:sp>
      <p:sp>
        <p:nvSpPr>
          <p:cNvPr id="164" name="Google Shape;164;p10">
            <a:extLst>
              <a:ext uri="{FF2B5EF4-FFF2-40B4-BE49-F238E27FC236}">
                <a16:creationId xmlns:a16="http://schemas.microsoft.com/office/drawing/2014/main" id="{4F2033F1-B1B8-20D4-ACC1-1AB2007CD92C}"/>
              </a:ext>
            </a:extLst>
          </p:cNvPr>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Two ways of writing: script or notebook</a:t>
            </a:r>
            <a:endParaRPr sz="3200" b="0" i="0" u="none" strike="noStrike" cap="none">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3F38F441-0AFC-51C0-1156-1F0A9DD305A6}"/>
              </a:ext>
            </a:extLst>
          </p:cNvPr>
          <p:cNvPicPr>
            <a:picLocks noChangeAspect="1"/>
          </p:cNvPicPr>
          <p:nvPr/>
        </p:nvPicPr>
        <p:blipFill>
          <a:blip r:embed="rId3"/>
          <a:stretch>
            <a:fillRect/>
          </a:stretch>
        </p:blipFill>
        <p:spPr>
          <a:xfrm>
            <a:off x="1415479" y="1391920"/>
            <a:ext cx="8917997" cy="5019040"/>
          </a:xfrm>
          <a:prstGeom prst="rect">
            <a:avLst/>
          </a:prstGeom>
        </p:spPr>
      </p:pic>
    </p:spTree>
    <p:extLst>
      <p:ext uri="{BB962C8B-B14F-4D97-AF65-F5344CB8AC3E}">
        <p14:creationId xmlns:p14="http://schemas.microsoft.com/office/powerpoint/2010/main" val="4141553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sp>
        <p:nvSpPr>
          <p:cNvPr id="177" name="Google Shape;177;p13"/>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LIBRARIES</a:t>
            </a:r>
            <a:endParaRPr sz="1100" b="0" i="0" u="none" strike="noStrike" cap="none">
              <a:solidFill>
                <a:schemeClr val="dk1"/>
              </a:solidFill>
              <a:latin typeface="Calibri"/>
              <a:ea typeface="Calibri"/>
              <a:cs typeface="Calibri"/>
              <a:sym typeface="Calibri"/>
            </a:endParaRPr>
          </a:p>
        </p:txBody>
      </p:sp>
      <p:sp>
        <p:nvSpPr>
          <p:cNvPr id="178" name="Google Shape;178;p13"/>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Packages: extending what R can do</a:t>
            </a:r>
            <a:endParaRPr sz="3200" b="0" i="0" u="none" strike="noStrike" cap="none">
              <a:solidFill>
                <a:schemeClr val="dk1"/>
              </a:solidFill>
              <a:latin typeface="Calibri"/>
              <a:ea typeface="Calibri"/>
              <a:cs typeface="Calibri"/>
              <a:sym typeface="Calibri"/>
            </a:endParaRPr>
          </a:p>
        </p:txBody>
      </p:sp>
      <p:sp>
        <p:nvSpPr>
          <p:cNvPr id="179" name="Google Shape;179;p13"/>
          <p:cNvSpPr txBox="1"/>
          <p:nvPr/>
        </p:nvSpPr>
        <p:spPr>
          <a:xfrm>
            <a:off x="685800" y="1325880"/>
            <a:ext cx="10817352"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6660"/>
              </a:buClr>
              <a:buSzPts val="1650"/>
              <a:buFont typeface="Calibri"/>
              <a:buNone/>
            </a:pPr>
            <a:r>
              <a:rPr lang="en-US" sz="1650" b="0" i="0" u="none" strike="noStrike" cap="none">
                <a:solidFill>
                  <a:srgbClr val="5A6660"/>
                </a:solidFill>
                <a:latin typeface="Calibri"/>
                <a:ea typeface="Calibri"/>
                <a:cs typeface="Calibri"/>
                <a:sym typeface="Calibri"/>
              </a:rPr>
              <a:t>R comes with a large set of functions built in - mean, plot, read.csv. Everything else lives in packages: collections of functions written by other people and shared freely.</a:t>
            </a:r>
            <a:endParaRPr sz="1650" b="0" i="0" u="none" strike="noStrike" cap="none">
              <a:solidFill>
                <a:schemeClr val="dk1"/>
              </a:solidFill>
              <a:latin typeface="Calibri"/>
              <a:ea typeface="Calibri"/>
              <a:cs typeface="Calibri"/>
              <a:sym typeface="Calibri"/>
            </a:endParaRPr>
          </a:p>
        </p:txBody>
      </p:sp>
      <p:sp>
        <p:nvSpPr>
          <p:cNvPr id="180" name="Google Shape;180;p13"/>
          <p:cNvSpPr/>
          <p:nvPr/>
        </p:nvSpPr>
        <p:spPr>
          <a:xfrm>
            <a:off x="685800" y="1965960"/>
            <a:ext cx="5180076" cy="1554480"/>
          </a:xfrm>
          <a:prstGeom prst="roundRect">
            <a:avLst>
              <a:gd name="adj" fmla="val 2941"/>
            </a:avLst>
          </a:prstGeom>
          <a:solidFill>
            <a:srgbClr val="EDF7EF"/>
          </a:solidFill>
          <a:ln w="9525"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3"/>
          <p:cNvSpPr txBox="1"/>
          <p:nvPr/>
        </p:nvSpPr>
        <p:spPr>
          <a:xfrm>
            <a:off x="886968" y="2130552"/>
            <a:ext cx="47777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2000"/>
              <a:buFont typeface="Cambria"/>
              <a:buNone/>
            </a:pPr>
            <a:r>
              <a:rPr lang="en-US" sz="2000" b="1" i="0" u="none" strike="noStrike" cap="none">
                <a:solidFill>
                  <a:srgbClr val="1B4332"/>
                </a:solidFill>
                <a:latin typeface="Cambria"/>
                <a:ea typeface="Cambria"/>
                <a:cs typeface="Cambria"/>
                <a:sym typeface="Cambria"/>
              </a:rPr>
              <a:t>Base R</a:t>
            </a:r>
            <a:endParaRPr sz="2000" b="0" i="0" u="none" strike="noStrike" cap="none">
              <a:solidFill>
                <a:schemeClr val="dk1"/>
              </a:solidFill>
              <a:latin typeface="Calibri"/>
              <a:ea typeface="Calibri"/>
              <a:cs typeface="Calibri"/>
              <a:sym typeface="Calibri"/>
            </a:endParaRPr>
          </a:p>
        </p:txBody>
      </p:sp>
      <p:sp>
        <p:nvSpPr>
          <p:cNvPr id="182" name="Google Shape;182;p13"/>
          <p:cNvSpPr txBox="1"/>
          <p:nvPr/>
        </p:nvSpPr>
        <p:spPr>
          <a:xfrm>
            <a:off x="886968" y="2496312"/>
            <a:ext cx="4777740" cy="84124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500"/>
              <a:buFont typeface="Calibri"/>
              <a:buNone/>
            </a:pPr>
            <a:r>
              <a:rPr lang="en-US" sz="1500" b="0" i="0" u="none" strike="noStrike" cap="none">
                <a:solidFill>
                  <a:srgbClr val="5A6660"/>
                </a:solidFill>
                <a:latin typeface="Calibri"/>
                <a:ea typeface="Calibri"/>
                <a:cs typeface="Calibri"/>
                <a:sym typeface="Calibri"/>
              </a:rPr>
              <a:t>What you get the moment you install R. Enough for a great deal of work - the whole first session uses nothing else.</a:t>
            </a:r>
            <a:endParaRPr sz="1500" b="0" i="0" u="none" strike="noStrike" cap="none">
              <a:solidFill>
                <a:schemeClr val="dk1"/>
              </a:solidFill>
              <a:latin typeface="Calibri"/>
              <a:ea typeface="Calibri"/>
              <a:cs typeface="Calibri"/>
              <a:sym typeface="Calibri"/>
            </a:endParaRPr>
          </a:p>
        </p:txBody>
      </p:sp>
      <p:sp>
        <p:nvSpPr>
          <p:cNvPr id="183" name="Google Shape;183;p13"/>
          <p:cNvSpPr/>
          <p:nvPr/>
        </p:nvSpPr>
        <p:spPr>
          <a:xfrm>
            <a:off x="6323076" y="1965960"/>
            <a:ext cx="5180076" cy="1554480"/>
          </a:xfrm>
          <a:prstGeom prst="roundRect">
            <a:avLst>
              <a:gd name="adj" fmla="val 2941"/>
            </a:avLst>
          </a:prstGeom>
          <a:solidFill>
            <a:srgbClr val="D8F3DC"/>
          </a:solidFill>
          <a:ln w="9525" cap="flat" cmpd="sng">
            <a:solidFill>
              <a:srgbClr val="4091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3"/>
          <p:cNvSpPr txBox="1"/>
          <p:nvPr/>
        </p:nvSpPr>
        <p:spPr>
          <a:xfrm>
            <a:off x="6524244" y="2130552"/>
            <a:ext cx="47777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2000"/>
              <a:buFont typeface="Cambria"/>
              <a:buNone/>
            </a:pPr>
            <a:r>
              <a:rPr lang="en-US" sz="2000" b="1" i="0" u="none" strike="noStrike" cap="none">
                <a:solidFill>
                  <a:srgbClr val="1B4332"/>
                </a:solidFill>
                <a:latin typeface="Cambria"/>
                <a:ea typeface="Cambria"/>
                <a:cs typeface="Cambria"/>
                <a:sym typeface="Cambria"/>
              </a:rPr>
              <a:t>Packages</a:t>
            </a:r>
            <a:endParaRPr sz="2000" b="0" i="0" u="none" strike="noStrike" cap="none">
              <a:solidFill>
                <a:schemeClr val="dk1"/>
              </a:solidFill>
              <a:latin typeface="Calibri"/>
              <a:ea typeface="Calibri"/>
              <a:cs typeface="Calibri"/>
              <a:sym typeface="Calibri"/>
            </a:endParaRPr>
          </a:p>
        </p:txBody>
      </p:sp>
      <p:sp>
        <p:nvSpPr>
          <p:cNvPr id="185" name="Google Shape;185;p13"/>
          <p:cNvSpPr txBox="1"/>
          <p:nvPr/>
        </p:nvSpPr>
        <p:spPr>
          <a:xfrm>
            <a:off x="6524244" y="2496312"/>
            <a:ext cx="4777740" cy="84124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500"/>
              <a:buFont typeface="Calibri"/>
              <a:buNone/>
            </a:pPr>
            <a:r>
              <a:rPr lang="en-US" sz="1500" b="0" i="0" u="none" strike="noStrike" cap="none">
                <a:solidFill>
                  <a:srgbClr val="5A6660"/>
                </a:solidFill>
                <a:latin typeface="Calibri"/>
                <a:ea typeface="Calibri"/>
                <a:cs typeface="Calibri"/>
                <a:sym typeface="Calibri"/>
              </a:rPr>
              <a:t>More than 20,000 of them: dplyr for handling tables, ggplot2 for figures, and thousands of specialised ones.</a:t>
            </a:r>
            <a:endParaRPr sz="1500" b="0" i="0" u="none" strike="noStrike" cap="none">
              <a:solidFill>
                <a:schemeClr val="dk1"/>
              </a:solidFill>
              <a:latin typeface="Calibri"/>
              <a:ea typeface="Calibri"/>
              <a:cs typeface="Calibri"/>
              <a:sym typeface="Calibri"/>
            </a:endParaRPr>
          </a:p>
        </p:txBody>
      </p:sp>
      <p:sp>
        <p:nvSpPr>
          <p:cNvPr id="186" name="Google Shape;186;p13"/>
          <p:cNvSpPr/>
          <p:nvPr/>
        </p:nvSpPr>
        <p:spPr>
          <a:xfrm>
            <a:off x="685800" y="3794760"/>
            <a:ext cx="5180076" cy="1417320"/>
          </a:xfrm>
          <a:prstGeom prst="roundRect">
            <a:avLst>
              <a:gd name="adj" fmla="val 3871"/>
            </a:avLst>
          </a:prstGeom>
          <a:solidFill>
            <a:srgbClr val="FFFFFF"/>
          </a:solidFill>
          <a:ln w="12700"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3"/>
          <p:cNvSpPr txBox="1"/>
          <p:nvPr/>
        </p:nvSpPr>
        <p:spPr>
          <a:xfrm>
            <a:off x="960120" y="3931920"/>
            <a:ext cx="463143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900"/>
              <a:buFont typeface="Cambria"/>
              <a:buNone/>
            </a:pPr>
            <a:r>
              <a:rPr lang="en-US" sz="1900" b="1" i="0" u="none" strike="noStrike" cap="none">
                <a:solidFill>
                  <a:srgbClr val="1B4332"/>
                </a:solidFill>
                <a:latin typeface="Cambria"/>
                <a:ea typeface="Cambria"/>
                <a:cs typeface="Cambria"/>
                <a:sym typeface="Cambria"/>
              </a:rPr>
              <a:t>Install</a:t>
            </a:r>
            <a:r>
              <a:rPr lang="en-US" sz="1400" b="0" i="1" u="none" strike="noStrike" cap="none">
                <a:solidFill>
                  <a:srgbClr val="E76F51"/>
                </a:solidFill>
                <a:latin typeface="Calibri"/>
                <a:ea typeface="Calibri"/>
                <a:cs typeface="Calibri"/>
                <a:sym typeface="Calibri"/>
              </a:rPr>
              <a:t>   once per computer</a:t>
            </a:r>
            <a:endParaRPr sz="1900" b="0" i="0" u="none" strike="noStrike" cap="none">
              <a:solidFill>
                <a:schemeClr val="dk1"/>
              </a:solidFill>
              <a:latin typeface="Calibri"/>
              <a:ea typeface="Calibri"/>
              <a:cs typeface="Calibri"/>
              <a:sym typeface="Calibri"/>
            </a:endParaRPr>
          </a:p>
        </p:txBody>
      </p:sp>
      <p:sp>
        <p:nvSpPr>
          <p:cNvPr id="188" name="Google Shape;188;p13"/>
          <p:cNvSpPr txBox="1"/>
          <p:nvPr/>
        </p:nvSpPr>
        <p:spPr>
          <a:xfrm>
            <a:off x="960120" y="4343400"/>
            <a:ext cx="4631436"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A6660"/>
              </a:buClr>
              <a:buSzPts val="1400"/>
              <a:buFont typeface="Calibri"/>
              <a:buNone/>
            </a:pPr>
            <a:r>
              <a:rPr lang="en-US" sz="1400" b="0" i="0" u="none" strike="noStrike" cap="none">
                <a:solidFill>
                  <a:srgbClr val="5A6660"/>
                </a:solidFill>
                <a:latin typeface="Calibri"/>
                <a:ea typeface="Calibri"/>
                <a:cs typeface="Calibri"/>
                <a:sym typeface="Calibri"/>
              </a:rPr>
              <a:t>You download the package onto your machine. You never repeat it, except to update.</a:t>
            </a:r>
            <a:endParaRPr sz="1400" b="0" i="0" u="none" strike="noStrike" cap="none">
              <a:solidFill>
                <a:schemeClr val="dk1"/>
              </a:solidFill>
              <a:latin typeface="Calibri"/>
              <a:ea typeface="Calibri"/>
              <a:cs typeface="Calibri"/>
              <a:sym typeface="Calibri"/>
            </a:endParaRPr>
          </a:p>
        </p:txBody>
      </p:sp>
      <p:sp>
        <p:nvSpPr>
          <p:cNvPr id="189" name="Google Shape;189;p13"/>
          <p:cNvSpPr/>
          <p:nvPr/>
        </p:nvSpPr>
        <p:spPr>
          <a:xfrm>
            <a:off x="6323076" y="3794760"/>
            <a:ext cx="5180076" cy="1417320"/>
          </a:xfrm>
          <a:prstGeom prst="roundRect">
            <a:avLst>
              <a:gd name="adj" fmla="val 3871"/>
            </a:avLst>
          </a:prstGeom>
          <a:solidFill>
            <a:srgbClr val="FFFFFF"/>
          </a:solidFill>
          <a:ln w="12700"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3"/>
          <p:cNvSpPr txBox="1"/>
          <p:nvPr/>
        </p:nvSpPr>
        <p:spPr>
          <a:xfrm>
            <a:off x="6597396" y="3931920"/>
            <a:ext cx="463143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900"/>
              <a:buFont typeface="Cambria"/>
              <a:buNone/>
            </a:pPr>
            <a:r>
              <a:rPr lang="en-US" sz="1900" b="1" i="0" u="none" strike="noStrike" cap="none">
                <a:solidFill>
                  <a:srgbClr val="1B4332"/>
                </a:solidFill>
                <a:latin typeface="Cambria"/>
                <a:ea typeface="Cambria"/>
                <a:cs typeface="Cambria"/>
                <a:sym typeface="Cambria"/>
              </a:rPr>
              <a:t>Load</a:t>
            </a:r>
            <a:r>
              <a:rPr lang="en-US" sz="1400" b="0" i="1" u="none" strike="noStrike" cap="none">
                <a:solidFill>
                  <a:srgbClr val="E76F51"/>
                </a:solidFill>
                <a:latin typeface="Calibri"/>
                <a:ea typeface="Calibri"/>
                <a:cs typeface="Calibri"/>
                <a:sym typeface="Calibri"/>
              </a:rPr>
              <a:t>   once per session</a:t>
            </a:r>
            <a:endParaRPr sz="1900" b="0" i="0" u="none" strike="noStrike" cap="none">
              <a:solidFill>
                <a:schemeClr val="dk1"/>
              </a:solidFill>
              <a:latin typeface="Calibri"/>
              <a:ea typeface="Calibri"/>
              <a:cs typeface="Calibri"/>
              <a:sym typeface="Calibri"/>
            </a:endParaRPr>
          </a:p>
        </p:txBody>
      </p:sp>
      <p:sp>
        <p:nvSpPr>
          <p:cNvPr id="191" name="Google Shape;191;p13"/>
          <p:cNvSpPr txBox="1"/>
          <p:nvPr/>
        </p:nvSpPr>
        <p:spPr>
          <a:xfrm>
            <a:off x="6597396" y="4343400"/>
            <a:ext cx="4631436"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A6660"/>
              </a:buClr>
              <a:buSzPts val="1400"/>
              <a:buFont typeface="Calibri"/>
              <a:buNone/>
            </a:pPr>
            <a:r>
              <a:rPr lang="en-US" sz="1400" b="0" i="0" u="none" strike="noStrike" cap="none">
                <a:solidFill>
                  <a:srgbClr val="5A6660"/>
                </a:solidFill>
                <a:latin typeface="Calibri"/>
                <a:ea typeface="Calibri"/>
                <a:cs typeface="Calibri"/>
                <a:sym typeface="Calibri"/>
              </a:rPr>
              <a:t>Every time you open R you tell it which of the installed packages you want available.</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
        <p:cNvGrpSpPr/>
        <p:nvPr/>
      </p:nvGrpSpPr>
      <p:grpSpPr>
        <a:xfrm>
          <a:off x="0" y="0"/>
          <a:ext cx="0" cy="0"/>
          <a:chOff x="0" y="0"/>
          <a:chExt cx="0" cy="0"/>
        </a:xfrm>
      </p:grpSpPr>
      <p:sp>
        <p:nvSpPr>
          <p:cNvPr id="197" name="Google Shape;197;p14"/>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INSTALL.PACKAGES() AND LIBRARY()</a:t>
            </a:r>
            <a:endParaRPr sz="1100" b="0" i="0" u="none" strike="noStrike" cap="none">
              <a:solidFill>
                <a:schemeClr val="dk1"/>
              </a:solidFill>
              <a:latin typeface="Calibri"/>
              <a:ea typeface="Calibri"/>
              <a:cs typeface="Calibri"/>
              <a:sym typeface="Calibri"/>
            </a:endParaRPr>
          </a:p>
        </p:txBody>
      </p:sp>
      <p:sp>
        <p:nvSpPr>
          <p:cNvPr id="198" name="Google Shape;198;p14"/>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The two lines you will type most often</a:t>
            </a:r>
            <a:endParaRPr sz="3200" b="0" i="0" u="none" strike="noStrike" cap="none">
              <a:solidFill>
                <a:schemeClr val="dk1"/>
              </a:solidFill>
              <a:latin typeface="Calibri"/>
              <a:ea typeface="Calibri"/>
              <a:cs typeface="Calibri"/>
              <a:sym typeface="Calibri"/>
            </a:endParaRPr>
          </a:p>
        </p:txBody>
      </p:sp>
      <p:sp>
        <p:nvSpPr>
          <p:cNvPr id="199" name="Google Shape;199;p14"/>
          <p:cNvSpPr/>
          <p:nvPr/>
        </p:nvSpPr>
        <p:spPr>
          <a:xfrm>
            <a:off x="685800" y="1463040"/>
            <a:ext cx="10817352" cy="1309116"/>
          </a:xfrm>
          <a:prstGeom prst="roundRect">
            <a:avLst>
              <a:gd name="adj" fmla="val 4191"/>
            </a:avLst>
          </a:prstGeom>
          <a:solidFill>
            <a:srgbClr val="F1F4F2"/>
          </a:solidFill>
          <a:ln w="9525"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4"/>
          <p:cNvSpPr txBox="1"/>
          <p:nvPr/>
        </p:nvSpPr>
        <p:spPr>
          <a:xfrm>
            <a:off x="886968" y="1627632"/>
            <a:ext cx="10415016" cy="97993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1B4332"/>
              </a:buClr>
              <a:buSzPts val="1600"/>
              <a:buFont typeface="Courier New"/>
              <a:buNone/>
            </a:pPr>
            <a:r>
              <a:rPr lang="en-US" sz="1600" b="1" i="0" u="none" strike="noStrike" cap="none">
                <a:solidFill>
                  <a:srgbClr val="1B4332"/>
                </a:solidFill>
                <a:latin typeface="Courier New"/>
                <a:ea typeface="Courier New"/>
                <a:cs typeface="Courier New"/>
                <a:sym typeface="Courier New"/>
              </a:rPr>
              <a:t>install.packages("ggplot2")</a:t>
            </a:r>
            <a:r>
              <a:rPr lang="en-US" sz="1500" b="0" i="0" u="none" strike="noStrike" cap="none">
                <a:solidFill>
                  <a:srgbClr val="5A6660"/>
                </a:solidFill>
                <a:latin typeface="Courier New"/>
                <a:ea typeface="Courier New"/>
                <a:cs typeface="Courier New"/>
                <a:sym typeface="Courier New"/>
              </a:rPr>
              <a:t>   # ONCE. In quotes. Downloads it onto this computer.</a:t>
            </a:r>
            <a:endParaRPr sz="160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chemeClr val="dk1"/>
              </a:buClr>
              <a:buSzPts val="1600"/>
              <a:buFont typeface="Calibri"/>
              <a:buNone/>
            </a:pPr>
            <a:endParaRPr sz="160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1B4332"/>
              </a:buClr>
              <a:buSzPts val="1600"/>
              <a:buFont typeface="Courier New"/>
              <a:buNone/>
            </a:pPr>
            <a:r>
              <a:rPr lang="en-US" sz="1600" b="1" i="0" u="none" strike="noStrike" cap="none">
                <a:solidFill>
                  <a:srgbClr val="1B4332"/>
                </a:solidFill>
                <a:latin typeface="Courier New"/>
                <a:ea typeface="Courier New"/>
                <a:cs typeface="Courier New"/>
                <a:sym typeface="Courier New"/>
              </a:rPr>
              <a:t>library(ggplot2)</a:t>
            </a:r>
            <a:r>
              <a:rPr lang="en-US" sz="1500" b="0" i="0" u="none" strike="noStrike" cap="none">
                <a:solidFill>
                  <a:srgbClr val="5A6660"/>
                </a:solidFill>
                <a:latin typeface="Courier New"/>
                <a:ea typeface="Courier New"/>
                <a:cs typeface="Courier New"/>
                <a:sym typeface="Courier New"/>
              </a:rPr>
              <a:t>   # EVERY SESSION. No quotes. Makes it available now.</a:t>
            </a:r>
            <a:endParaRPr sz="1600" b="0" i="0" u="none" strike="noStrike" cap="none">
              <a:solidFill>
                <a:schemeClr val="dk1"/>
              </a:solidFill>
              <a:latin typeface="Calibri"/>
              <a:ea typeface="Calibri"/>
              <a:cs typeface="Calibri"/>
              <a:sym typeface="Calibri"/>
            </a:endParaRPr>
          </a:p>
        </p:txBody>
      </p:sp>
      <p:sp>
        <p:nvSpPr>
          <p:cNvPr id="201" name="Google Shape;201;p14"/>
          <p:cNvSpPr/>
          <p:nvPr/>
        </p:nvSpPr>
        <p:spPr>
          <a:xfrm>
            <a:off x="685800" y="3291840"/>
            <a:ext cx="3361944" cy="1600200"/>
          </a:xfrm>
          <a:prstGeom prst="roundRect">
            <a:avLst>
              <a:gd name="adj" fmla="val 2857"/>
            </a:avLst>
          </a:prstGeom>
          <a:solidFill>
            <a:srgbClr val="EDF7EF"/>
          </a:solidFill>
          <a:ln w="9525"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4"/>
          <p:cNvSpPr txBox="1"/>
          <p:nvPr/>
        </p:nvSpPr>
        <p:spPr>
          <a:xfrm>
            <a:off x="886968" y="3456432"/>
            <a:ext cx="295960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700"/>
              <a:buFont typeface="Cambria"/>
              <a:buNone/>
            </a:pPr>
            <a:r>
              <a:rPr lang="en-US" sz="1700" b="1" i="0" u="none" strike="noStrike" cap="none">
                <a:solidFill>
                  <a:srgbClr val="1B4332"/>
                </a:solidFill>
                <a:latin typeface="Cambria"/>
                <a:ea typeface="Cambria"/>
                <a:cs typeface="Cambria"/>
                <a:sym typeface="Cambria"/>
              </a:rPr>
              <a:t>Where they come from</a:t>
            </a:r>
            <a:endParaRPr sz="1700" b="0" i="0" u="none" strike="noStrike" cap="none">
              <a:solidFill>
                <a:schemeClr val="dk1"/>
              </a:solidFill>
              <a:latin typeface="Calibri"/>
              <a:ea typeface="Calibri"/>
              <a:cs typeface="Calibri"/>
              <a:sym typeface="Calibri"/>
            </a:endParaRPr>
          </a:p>
        </p:txBody>
      </p:sp>
      <p:sp>
        <p:nvSpPr>
          <p:cNvPr id="203" name="Google Shape;203;p14"/>
          <p:cNvSpPr txBox="1"/>
          <p:nvPr/>
        </p:nvSpPr>
        <p:spPr>
          <a:xfrm>
            <a:off x="886968" y="3822192"/>
            <a:ext cx="2959608" cy="8869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400"/>
              <a:buFont typeface="Calibri"/>
              <a:buNone/>
            </a:pPr>
            <a:r>
              <a:rPr lang="en-US" sz="1400" b="0" i="0" u="none" strike="noStrike" cap="none" dirty="0">
                <a:solidFill>
                  <a:srgbClr val="5A6660"/>
                </a:solidFill>
                <a:latin typeface="Calibri"/>
                <a:ea typeface="Calibri"/>
                <a:cs typeface="Calibri"/>
                <a:sym typeface="Calibri"/>
              </a:rPr>
              <a:t>CRAN is the official repository. Bioconductor is the one for biology and omics data, with its own installer.</a:t>
            </a:r>
            <a:endParaRPr sz="1400" b="0" i="0" u="none" strike="noStrike" cap="none" dirty="0">
              <a:solidFill>
                <a:schemeClr val="dk1"/>
              </a:solidFill>
              <a:latin typeface="Calibri"/>
              <a:ea typeface="Calibri"/>
              <a:cs typeface="Calibri"/>
              <a:sym typeface="Calibri"/>
            </a:endParaRPr>
          </a:p>
        </p:txBody>
      </p:sp>
      <p:sp>
        <p:nvSpPr>
          <p:cNvPr id="204" name="Google Shape;204;p14"/>
          <p:cNvSpPr/>
          <p:nvPr/>
        </p:nvSpPr>
        <p:spPr>
          <a:xfrm>
            <a:off x="4413504" y="3291840"/>
            <a:ext cx="3361944" cy="1600200"/>
          </a:xfrm>
          <a:prstGeom prst="roundRect">
            <a:avLst>
              <a:gd name="adj" fmla="val 2857"/>
            </a:avLst>
          </a:prstGeom>
          <a:solidFill>
            <a:srgbClr val="EDF7EF"/>
          </a:solidFill>
          <a:ln w="9525"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4"/>
          <p:cNvSpPr txBox="1"/>
          <p:nvPr/>
        </p:nvSpPr>
        <p:spPr>
          <a:xfrm>
            <a:off x="4614672" y="3456432"/>
            <a:ext cx="295960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700"/>
              <a:buFont typeface="Cambria"/>
              <a:buNone/>
            </a:pPr>
            <a:r>
              <a:rPr lang="en-US" sz="1700" b="1" i="0" u="none" strike="noStrike" cap="none">
                <a:solidFill>
                  <a:srgbClr val="1B4332"/>
                </a:solidFill>
                <a:latin typeface="Cambria"/>
                <a:ea typeface="Cambria"/>
                <a:cs typeface="Cambria"/>
                <a:sym typeface="Cambria"/>
              </a:rPr>
              <a:t>Loading order matters</a:t>
            </a:r>
            <a:endParaRPr sz="1700" b="0" i="0" u="none" strike="noStrike" cap="none">
              <a:solidFill>
                <a:schemeClr val="dk1"/>
              </a:solidFill>
              <a:latin typeface="Calibri"/>
              <a:ea typeface="Calibri"/>
              <a:cs typeface="Calibri"/>
              <a:sym typeface="Calibri"/>
            </a:endParaRPr>
          </a:p>
        </p:txBody>
      </p:sp>
      <p:sp>
        <p:nvSpPr>
          <p:cNvPr id="206" name="Google Shape;206;p14"/>
          <p:cNvSpPr txBox="1"/>
          <p:nvPr/>
        </p:nvSpPr>
        <p:spPr>
          <a:xfrm>
            <a:off x="4614672" y="3822192"/>
            <a:ext cx="2959608" cy="8869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400"/>
              <a:buFont typeface="Calibri"/>
              <a:buNone/>
            </a:pPr>
            <a:r>
              <a:rPr lang="en-US" sz="1400" b="0" i="0" u="none" strike="noStrike" cap="none">
                <a:solidFill>
                  <a:srgbClr val="5A6660"/>
                </a:solidFill>
                <a:latin typeface="Calibri"/>
                <a:ea typeface="Calibri"/>
                <a:cs typeface="Calibri"/>
                <a:sym typeface="Calibri"/>
              </a:rPr>
              <a:t>Two packages can use the same function name. The last one loaded wins - a classic source of strange errors.</a:t>
            </a:r>
            <a:endParaRPr sz="1400" b="0" i="0" u="none" strike="noStrike" cap="none">
              <a:solidFill>
                <a:schemeClr val="dk1"/>
              </a:solidFill>
              <a:latin typeface="Calibri"/>
              <a:ea typeface="Calibri"/>
              <a:cs typeface="Calibri"/>
              <a:sym typeface="Calibri"/>
            </a:endParaRPr>
          </a:p>
        </p:txBody>
      </p:sp>
      <p:sp>
        <p:nvSpPr>
          <p:cNvPr id="207" name="Google Shape;207;p14"/>
          <p:cNvSpPr/>
          <p:nvPr/>
        </p:nvSpPr>
        <p:spPr>
          <a:xfrm>
            <a:off x="8141208" y="3291840"/>
            <a:ext cx="3361944" cy="1600200"/>
          </a:xfrm>
          <a:prstGeom prst="roundRect">
            <a:avLst>
              <a:gd name="adj" fmla="val 2857"/>
            </a:avLst>
          </a:prstGeom>
          <a:solidFill>
            <a:srgbClr val="EDF7EF"/>
          </a:solidFill>
          <a:ln w="9525" cap="flat" cmpd="sng">
            <a:solidFill>
              <a:srgbClr val="D6DE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4"/>
          <p:cNvSpPr txBox="1"/>
          <p:nvPr/>
        </p:nvSpPr>
        <p:spPr>
          <a:xfrm>
            <a:off x="8342376" y="3456432"/>
            <a:ext cx="295960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1700"/>
              <a:buFont typeface="Cambria"/>
              <a:buNone/>
            </a:pPr>
            <a:r>
              <a:rPr lang="en-US" sz="1700" b="1" i="0" u="none" strike="noStrike" cap="none">
                <a:solidFill>
                  <a:srgbClr val="1B4332"/>
                </a:solidFill>
                <a:latin typeface="Cambria"/>
                <a:ea typeface="Cambria"/>
                <a:cs typeface="Cambria"/>
                <a:sym typeface="Cambria"/>
              </a:rPr>
              <a:t>Good habit</a:t>
            </a:r>
            <a:endParaRPr sz="1700" b="0" i="0" u="none" strike="noStrike" cap="none">
              <a:solidFill>
                <a:schemeClr val="dk1"/>
              </a:solidFill>
              <a:latin typeface="Calibri"/>
              <a:ea typeface="Calibri"/>
              <a:cs typeface="Calibri"/>
              <a:sym typeface="Calibri"/>
            </a:endParaRPr>
          </a:p>
        </p:txBody>
      </p:sp>
      <p:sp>
        <p:nvSpPr>
          <p:cNvPr id="209" name="Google Shape;209;p14"/>
          <p:cNvSpPr txBox="1"/>
          <p:nvPr/>
        </p:nvSpPr>
        <p:spPr>
          <a:xfrm>
            <a:off x="8342376" y="3822192"/>
            <a:ext cx="2959608" cy="88696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5A6660"/>
              </a:buClr>
              <a:buSzPts val="1400"/>
              <a:buFont typeface="Calibri"/>
              <a:buNone/>
            </a:pPr>
            <a:r>
              <a:rPr lang="en-US" sz="1400" b="0" i="0" u="none" strike="noStrike" cap="none">
                <a:solidFill>
                  <a:srgbClr val="5A6660"/>
                </a:solidFill>
                <a:latin typeface="Calibri"/>
                <a:ea typeface="Calibri"/>
                <a:cs typeface="Calibri"/>
                <a:sym typeface="Calibri"/>
              </a:rPr>
              <a:t>Put all your library() calls together at the top of the script, so anyone can see what is needed.</a:t>
            </a:r>
            <a:endParaRPr sz="1400" b="0" i="0" u="none" strike="noStrike" cap="none">
              <a:solidFill>
                <a:schemeClr val="dk1"/>
              </a:solidFill>
              <a:latin typeface="Calibri"/>
              <a:ea typeface="Calibri"/>
              <a:cs typeface="Calibri"/>
              <a:sym typeface="Calibri"/>
            </a:endParaRPr>
          </a:p>
        </p:txBody>
      </p:sp>
      <p:sp>
        <p:nvSpPr>
          <p:cNvPr id="210" name="Google Shape;210;p14"/>
          <p:cNvSpPr/>
          <p:nvPr/>
        </p:nvSpPr>
        <p:spPr>
          <a:xfrm>
            <a:off x="685800" y="5120640"/>
            <a:ext cx="10817352" cy="566928"/>
          </a:xfrm>
          <a:prstGeom prst="roundRect">
            <a:avLst>
              <a:gd name="adj" fmla="val 8065"/>
            </a:avLst>
          </a:prstGeom>
          <a:solidFill>
            <a:srgbClr val="FDF1EC"/>
          </a:solidFill>
          <a:ln w="9525" cap="flat" cmpd="sng">
            <a:solidFill>
              <a:srgbClr val="F3C9B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4"/>
          <p:cNvSpPr txBox="1"/>
          <p:nvPr/>
        </p:nvSpPr>
        <p:spPr>
          <a:xfrm>
            <a:off x="886968" y="5193792"/>
            <a:ext cx="10415016"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C3A20"/>
              </a:buClr>
              <a:buSzPts val="1350"/>
              <a:buFont typeface="Calibri"/>
              <a:buNone/>
            </a:pPr>
            <a:r>
              <a:rPr lang="en-US" sz="1350" b="0" i="0" u="none" strike="noStrike" cap="none">
                <a:solidFill>
                  <a:srgbClr val="9C3A20"/>
                </a:solidFill>
                <a:latin typeface="Calibri"/>
                <a:ea typeface="Calibri"/>
                <a:cs typeface="Calibri"/>
                <a:sym typeface="Calibri"/>
              </a:rPr>
              <a:t>"could not find function" almost always means: the package is installed but you forgot to load it.</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7870F12-7D1D-C110-F176-C4ACFCFF24E9}"/>
              </a:ext>
            </a:extLst>
          </p:cNvPr>
          <p:cNvPicPr>
            <a:picLocks noChangeAspect="1"/>
          </p:cNvPicPr>
          <p:nvPr/>
        </p:nvPicPr>
        <p:blipFill>
          <a:blip r:embed="rId3"/>
          <a:stretch>
            <a:fillRect/>
          </a:stretch>
        </p:blipFill>
        <p:spPr>
          <a:xfrm>
            <a:off x="1032238" y="579120"/>
            <a:ext cx="10127523" cy="5699760"/>
          </a:xfrm>
          <a:prstGeom prst="rect">
            <a:avLst/>
          </a:prstGeom>
        </p:spPr>
      </p:pic>
    </p:spTree>
    <p:extLst>
      <p:ext uri="{BB962C8B-B14F-4D97-AF65-F5344CB8AC3E}">
        <p14:creationId xmlns:p14="http://schemas.microsoft.com/office/powerpoint/2010/main" val="3595331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6"/>
        <p:cNvGrpSpPr/>
        <p:nvPr/>
      </p:nvGrpSpPr>
      <p:grpSpPr>
        <a:xfrm>
          <a:off x="0" y="0"/>
          <a:ext cx="0" cy="0"/>
          <a:chOff x="0" y="0"/>
          <a:chExt cx="0" cy="0"/>
        </a:xfrm>
      </p:grpSpPr>
      <p:sp>
        <p:nvSpPr>
          <p:cNvPr id="217" name="Google Shape;217;p15"/>
          <p:cNvSpPr txBox="1"/>
          <p:nvPr/>
        </p:nvSpPr>
        <p:spPr>
          <a:xfrm>
            <a:off x="685800" y="347472"/>
            <a:ext cx="108173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0916C"/>
              </a:buClr>
              <a:buSzPts val="1100"/>
              <a:buFont typeface="Calibri"/>
              <a:buNone/>
            </a:pPr>
            <a:r>
              <a:rPr lang="en-US" sz="1100" b="1" i="0" u="none" strike="noStrike" cap="none">
                <a:solidFill>
                  <a:srgbClr val="40916C"/>
                </a:solidFill>
                <a:latin typeface="Calibri"/>
                <a:ea typeface="Calibri"/>
                <a:cs typeface="Calibri"/>
                <a:sym typeface="Calibri"/>
              </a:rPr>
              <a:t>PUTTING IT TOGETHER</a:t>
            </a:r>
            <a:endParaRPr sz="1100" b="0" i="0" u="none" strike="noStrike" cap="none">
              <a:solidFill>
                <a:schemeClr val="dk1"/>
              </a:solidFill>
              <a:latin typeface="Calibri"/>
              <a:ea typeface="Calibri"/>
              <a:cs typeface="Calibri"/>
              <a:sym typeface="Calibri"/>
            </a:endParaRPr>
          </a:p>
        </p:txBody>
      </p:sp>
      <p:sp>
        <p:nvSpPr>
          <p:cNvPr id="218" name="Google Shape;218;p15"/>
          <p:cNvSpPr txBox="1"/>
          <p:nvPr/>
        </p:nvSpPr>
        <p:spPr>
          <a:xfrm>
            <a:off x="685800" y="603504"/>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4332"/>
              </a:buClr>
              <a:buSzPts val="3200"/>
              <a:buFont typeface="Cambria"/>
              <a:buNone/>
            </a:pPr>
            <a:r>
              <a:rPr lang="en-US" sz="3200" b="1" i="0" u="none" strike="noStrike" cap="none">
                <a:solidFill>
                  <a:srgbClr val="1B4332"/>
                </a:solidFill>
                <a:latin typeface="Cambria"/>
                <a:ea typeface="Cambria"/>
                <a:cs typeface="Cambria"/>
                <a:sym typeface="Cambria"/>
              </a:rPr>
              <a:t>What a working session looks like</a:t>
            </a:r>
            <a:endParaRPr sz="3200" b="0" i="0" u="none" strike="noStrike" cap="none">
              <a:solidFill>
                <a:schemeClr val="dk1"/>
              </a:solidFill>
              <a:latin typeface="Calibri"/>
              <a:ea typeface="Calibri"/>
              <a:cs typeface="Calibri"/>
              <a:sym typeface="Calibri"/>
            </a:endParaRPr>
          </a:p>
        </p:txBody>
      </p:sp>
      <p:pic>
        <p:nvPicPr>
          <p:cNvPr id="31" name="Imagen 30">
            <a:extLst>
              <a:ext uri="{FF2B5EF4-FFF2-40B4-BE49-F238E27FC236}">
                <a16:creationId xmlns:a16="http://schemas.microsoft.com/office/drawing/2014/main" id="{E15CBA57-D2F2-39F5-335C-906B25CC0428}"/>
              </a:ext>
            </a:extLst>
          </p:cNvPr>
          <p:cNvPicPr>
            <a:picLocks noChangeAspect="1"/>
          </p:cNvPicPr>
          <p:nvPr/>
        </p:nvPicPr>
        <p:blipFill>
          <a:blip r:embed="rId3"/>
          <a:stretch>
            <a:fillRect/>
          </a:stretch>
        </p:blipFill>
        <p:spPr>
          <a:xfrm>
            <a:off x="594360" y="1812288"/>
            <a:ext cx="11003280" cy="40735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Shape 253"/>
        <p:cNvGrpSpPr/>
        <p:nvPr/>
      </p:nvGrpSpPr>
      <p:grpSpPr>
        <a:xfrm>
          <a:off x="0" y="0"/>
          <a:ext cx="0" cy="0"/>
          <a:chOff x="0" y="0"/>
          <a:chExt cx="0" cy="0"/>
        </a:xfrm>
      </p:grpSpPr>
      <p:sp>
        <p:nvSpPr>
          <p:cNvPr id="254" name="Google Shape;254;p16"/>
          <p:cNvSpPr txBox="1"/>
          <p:nvPr/>
        </p:nvSpPr>
        <p:spPr>
          <a:xfrm>
            <a:off x="685800" y="457200"/>
            <a:ext cx="1081735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400"/>
              <a:buFont typeface="Cambria"/>
              <a:buNone/>
            </a:pPr>
            <a:r>
              <a:rPr lang="en-US" sz="3400" b="1" i="0" u="none" strike="noStrike" cap="none">
                <a:solidFill>
                  <a:srgbClr val="FFFFFF"/>
                </a:solidFill>
                <a:latin typeface="Cambria"/>
                <a:ea typeface="Cambria"/>
                <a:cs typeface="Cambria"/>
                <a:sym typeface="Cambria"/>
              </a:rPr>
              <a:t>What to take away</a:t>
            </a:r>
            <a:endParaRPr sz="3400" b="0" i="0" u="none" strike="noStrike" cap="none">
              <a:solidFill>
                <a:schemeClr val="dk1"/>
              </a:solidFill>
              <a:latin typeface="Calibri"/>
              <a:ea typeface="Calibri"/>
              <a:cs typeface="Calibri"/>
              <a:sym typeface="Calibri"/>
            </a:endParaRPr>
          </a:p>
        </p:txBody>
      </p:sp>
      <p:sp>
        <p:nvSpPr>
          <p:cNvPr id="255" name="Google Shape;255;p16"/>
          <p:cNvSpPr/>
          <p:nvPr/>
        </p:nvSpPr>
        <p:spPr>
          <a:xfrm>
            <a:off x="685800" y="1325880"/>
            <a:ext cx="5180100" cy="548700"/>
          </a:xfrm>
          <a:prstGeom prst="roundRect">
            <a:avLst>
              <a:gd name="adj" fmla="val 8333"/>
            </a:avLst>
          </a:prstGeom>
          <a:solidFill>
            <a:srgbClr val="24523E"/>
          </a:solidFill>
          <a:ln w="9525" cap="flat" cmpd="sng">
            <a:solidFill>
              <a:srgbClr val="2F6B5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6"/>
          <p:cNvSpPr txBox="1"/>
          <p:nvPr/>
        </p:nvSpPr>
        <p:spPr>
          <a:xfrm>
            <a:off x="886968" y="1325880"/>
            <a:ext cx="4777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C46A"/>
              </a:buClr>
              <a:buSzPts val="1350"/>
              <a:buFont typeface="Courier New"/>
              <a:buNone/>
            </a:pPr>
            <a:r>
              <a:rPr lang="en-US" sz="1350" b="1" i="0" u="none" strike="noStrike" cap="none">
                <a:solidFill>
                  <a:srgbClr val="E9C46A"/>
                </a:solidFill>
                <a:latin typeface="Courier New"/>
                <a:ea typeface="Courier New"/>
                <a:cs typeface="Courier New"/>
                <a:sym typeface="Courier New"/>
              </a:rPr>
              <a:t>R</a:t>
            </a:r>
            <a:r>
              <a:rPr lang="en-US" sz="1350" b="0" i="0" u="none" strike="noStrike" cap="none">
                <a:solidFill>
                  <a:srgbClr val="D8F3DC"/>
                </a:solidFill>
                <a:latin typeface="Calibri"/>
                <a:ea typeface="Calibri"/>
                <a:cs typeface="Calibri"/>
                <a:sym typeface="Calibri"/>
              </a:rPr>
              <a:t>     the language that does the work</a:t>
            </a:r>
            <a:endParaRPr sz="1350" b="0" i="0" u="none" strike="noStrike" cap="none">
              <a:solidFill>
                <a:schemeClr val="dk1"/>
              </a:solidFill>
              <a:latin typeface="Calibri"/>
              <a:ea typeface="Calibri"/>
              <a:cs typeface="Calibri"/>
              <a:sym typeface="Calibri"/>
            </a:endParaRPr>
          </a:p>
        </p:txBody>
      </p:sp>
      <p:sp>
        <p:nvSpPr>
          <p:cNvPr id="257" name="Google Shape;257;p16"/>
          <p:cNvSpPr/>
          <p:nvPr/>
        </p:nvSpPr>
        <p:spPr>
          <a:xfrm>
            <a:off x="694930" y="3295731"/>
            <a:ext cx="5180100" cy="548700"/>
          </a:xfrm>
          <a:prstGeom prst="roundRect">
            <a:avLst>
              <a:gd name="adj" fmla="val 8333"/>
            </a:avLst>
          </a:prstGeom>
          <a:solidFill>
            <a:srgbClr val="24523E"/>
          </a:solidFill>
          <a:ln w="9525" cap="flat" cmpd="sng">
            <a:solidFill>
              <a:srgbClr val="2F6B5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6"/>
          <p:cNvSpPr txBox="1"/>
          <p:nvPr/>
        </p:nvSpPr>
        <p:spPr>
          <a:xfrm>
            <a:off x="896098" y="3295731"/>
            <a:ext cx="4777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C46A"/>
              </a:buClr>
              <a:buSzPts val="1350"/>
              <a:buFont typeface="Courier New"/>
              <a:buNone/>
            </a:pPr>
            <a:r>
              <a:rPr lang="en-US" sz="1350" b="1" i="0" u="none" strike="noStrike" cap="none">
                <a:solidFill>
                  <a:srgbClr val="E9C46A"/>
                </a:solidFill>
                <a:latin typeface="Courier New"/>
                <a:ea typeface="Courier New"/>
                <a:cs typeface="Courier New"/>
                <a:sym typeface="Courier New"/>
              </a:rPr>
              <a:t>RStudio</a:t>
            </a:r>
            <a:r>
              <a:rPr lang="en-US" sz="1350" b="0" i="0" u="none" strike="noStrike" cap="none">
                <a:solidFill>
                  <a:srgbClr val="D8F3DC"/>
                </a:solidFill>
                <a:latin typeface="Calibri"/>
                <a:ea typeface="Calibri"/>
                <a:cs typeface="Calibri"/>
                <a:sym typeface="Calibri"/>
              </a:rPr>
              <a:t>     the window you actually open</a:t>
            </a:r>
            <a:endParaRPr sz="1350" b="0" i="0" u="none" strike="noStrike" cap="none">
              <a:solidFill>
                <a:schemeClr val="dk1"/>
              </a:solidFill>
              <a:latin typeface="Calibri"/>
              <a:ea typeface="Calibri"/>
              <a:cs typeface="Calibri"/>
              <a:sym typeface="Calibri"/>
            </a:endParaRPr>
          </a:p>
        </p:txBody>
      </p:sp>
      <p:sp>
        <p:nvSpPr>
          <p:cNvPr id="259" name="Google Shape;259;p16"/>
          <p:cNvSpPr/>
          <p:nvPr/>
        </p:nvSpPr>
        <p:spPr>
          <a:xfrm>
            <a:off x="685800" y="1984248"/>
            <a:ext cx="5180100" cy="548700"/>
          </a:xfrm>
          <a:prstGeom prst="roundRect">
            <a:avLst>
              <a:gd name="adj" fmla="val 8333"/>
            </a:avLst>
          </a:prstGeom>
          <a:solidFill>
            <a:srgbClr val="24523E"/>
          </a:solidFill>
          <a:ln w="9525" cap="flat" cmpd="sng">
            <a:solidFill>
              <a:srgbClr val="2F6B5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6"/>
          <p:cNvSpPr txBox="1"/>
          <p:nvPr/>
        </p:nvSpPr>
        <p:spPr>
          <a:xfrm>
            <a:off x="886968" y="1984248"/>
            <a:ext cx="4777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C46A"/>
              </a:buClr>
              <a:buSzPts val="1350"/>
              <a:buFont typeface="Courier New"/>
              <a:buNone/>
            </a:pPr>
            <a:r>
              <a:rPr lang="en-US" sz="1350" b="1" i="0" u="none" strike="noStrike" cap="none">
                <a:solidFill>
                  <a:srgbClr val="E9C46A"/>
                </a:solidFill>
                <a:latin typeface="Courier New"/>
                <a:ea typeface="Courier New"/>
                <a:cs typeface="Courier New"/>
                <a:sym typeface="Courier New"/>
              </a:rPr>
              <a:t>Source</a:t>
            </a:r>
            <a:r>
              <a:rPr lang="en-US" sz="1350" b="0" i="0" u="none" strike="noStrike" cap="none">
                <a:solidFill>
                  <a:srgbClr val="D8F3DC"/>
                </a:solidFill>
                <a:latin typeface="Calibri"/>
                <a:ea typeface="Calibri"/>
                <a:cs typeface="Calibri"/>
                <a:sym typeface="Calibri"/>
              </a:rPr>
              <a:t>     where you write and save code</a:t>
            </a:r>
            <a:endParaRPr sz="1350" b="0" i="0" u="none" strike="noStrike" cap="none">
              <a:solidFill>
                <a:schemeClr val="dk1"/>
              </a:solidFill>
              <a:latin typeface="Calibri"/>
              <a:ea typeface="Calibri"/>
              <a:cs typeface="Calibri"/>
              <a:sym typeface="Calibri"/>
            </a:endParaRPr>
          </a:p>
        </p:txBody>
      </p:sp>
      <p:sp>
        <p:nvSpPr>
          <p:cNvPr id="261" name="Google Shape;261;p16"/>
          <p:cNvSpPr/>
          <p:nvPr/>
        </p:nvSpPr>
        <p:spPr>
          <a:xfrm>
            <a:off x="6323076" y="1317208"/>
            <a:ext cx="5180100" cy="548700"/>
          </a:xfrm>
          <a:prstGeom prst="roundRect">
            <a:avLst>
              <a:gd name="adj" fmla="val 8333"/>
            </a:avLst>
          </a:prstGeom>
          <a:solidFill>
            <a:srgbClr val="24523E"/>
          </a:solidFill>
          <a:ln w="9525" cap="flat" cmpd="sng">
            <a:solidFill>
              <a:srgbClr val="2F6B5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6"/>
          <p:cNvSpPr txBox="1"/>
          <p:nvPr/>
        </p:nvSpPr>
        <p:spPr>
          <a:xfrm>
            <a:off x="6524244" y="1317208"/>
            <a:ext cx="4777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C46A"/>
              </a:buClr>
              <a:buSzPts val="1350"/>
              <a:buFont typeface="Courier New"/>
              <a:buNone/>
            </a:pPr>
            <a:r>
              <a:rPr lang="en-US" sz="1350" b="1" i="0" u="none" strike="noStrike" cap="none">
                <a:solidFill>
                  <a:srgbClr val="E9C46A"/>
                </a:solidFill>
                <a:latin typeface="Courier New"/>
                <a:ea typeface="Courier New"/>
                <a:cs typeface="Courier New"/>
                <a:sym typeface="Courier New"/>
              </a:rPr>
              <a:t>Console</a:t>
            </a:r>
            <a:r>
              <a:rPr lang="en-US" sz="1350" b="0" i="0" u="none" strike="noStrike" cap="none">
                <a:solidFill>
                  <a:srgbClr val="D8F3DC"/>
                </a:solidFill>
                <a:latin typeface="Calibri"/>
                <a:ea typeface="Calibri"/>
                <a:cs typeface="Calibri"/>
                <a:sym typeface="Calibri"/>
              </a:rPr>
              <a:t>     where R answers you</a:t>
            </a:r>
            <a:endParaRPr sz="1350" b="0" i="0" u="none" strike="noStrike" cap="none">
              <a:solidFill>
                <a:schemeClr val="dk1"/>
              </a:solidFill>
              <a:latin typeface="Calibri"/>
              <a:ea typeface="Calibri"/>
              <a:cs typeface="Calibri"/>
              <a:sym typeface="Calibri"/>
            </a:endParaRPr>
          </a:p>
        </p:txBody>
      </p:sp>
      <p:sp>
        <p:nvSpPr>
          <p:cNvPr id="263" name="Google Shape;263;p16"/>
          <p:cNvSpPr/>
          <p:nvPr/>
        </p:nvSpPr>
        <p:spPr>
          <a:xfrm>
            <a:off x="6323076" y="1975576"/>
            <a:ext cx="5180100" cy="548700"/>
          </a:xfrm>
          <a:prstGeom prst="roundRect">
            <a:avLst>
              <a:gd name="adj" fmla="val 8333"/>
            </a:avLst>
          </a:prstGeom>
          <a:solidFill>
            <a:srgbClr val="24523E"/>
          </a:solidFill>
          <a:ln w="9525" cap="flat" cmpd="sng">
            <a:solidFill>
              <a:srgbClr val="2F6B5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6"/>
          <p:cNvSpPr txBox="1"/>
          <p:nvPr/>
        </p:nvSpPr>
        <p:spPr>
          <a:xfrm>
            <a:off x="6524244" y="1975576"/>
            <a:ext cx="4777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C46A"/>
              </a:buClr>
              <a:buSzPts val="1350"/>
              <a:buFont typeface="Courier New"/>
              <a:buNone/>
            </a:pPr>
            <a:r>
              <a:rPr lang="en-US" sz="1350" b="1" i="0" u="none" strike="noStrike" cap="none">
                <a:solidFill>
                  <a:srgbClr val="E9C46A"/>
                </a:solidFill>
                <a:latin typeface="Courier New"/>
                <a:ea typeface="Courier New"/>
                <a:cs typeface="Courier New"/>
                <a:sym typeface="Courier New"/>
              </a:rPr>
              <a:t>Files / Plots / Help</a:t>
            </a:r>
            <a:r>
              <a:rPr lang="en-US" sz="1350" b="0" i="0" u="none" strike="noStrike" cap="none">
                <a:solidFill>
                  <a:srgbClr val="D8F3DC"/>
                </a:solidFill>
                <a:latin typeface="Calibri"/>
                <a:ea typeface="Calibri"/>
                <a:cs typeface="Calibri"/>
                <a:sym typeface="Calibri"/>
              </a:rPr>
              <a:t>     your folder, figures and manual</a:t>
            </a:r>
            <a:endParaRPr sz="1350" b="0" i="0" u="none" strike="noStrike" cap="none">
              <a:solidFill>
                <a:schemeClr val="dk1"/>
              </a:solidFill>
              <a:latin typeface="Calibri"/>
              <a:ea typeface="Calibri"/>
              <a:cs typeface="Calibri"/>
              <a:sym typeface="Calibri"/>
            </a:endParaRPr>
          </a:p>
        </p:txBody>
      </p:sp>
      <p:sp>
        <p:nvSpPr>
          <p:cNvPr id="265" name="Google Shape;265;p16"/>
          <p:cNvSpPr/>
          <p:nvPr/>
        </p:nvSpPr>
        <p:spPr>
          <a:xfrm>
            <a:off x="6323076" y="2633944"/>
            <a:ext cx="5180100" cy="548700"/>
          </a:xfrm>
          <a:prstGeom prst="roundRect">
            <a:avLst>
              <a:gd name="adj" fmla="val 8333"/>
            </a:avLst>
          </a:prstGeom>
          <a:solidFill>
            <a:srgbClr val="24523E"/>
          </a:solidFill>
          <a:ln w="9525" cap="flat" cmpd="sng">
            <a:solidFill>
              <a:srgbClr val="2F6B5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6"/>
          <p:cNvSpPr txBox="1"/>
          <p:nvPr/>
        </p:nvSpPr>
        <p:spPr>
          <a:xfrm>
            <a:off x="6524244" y="2633944"/>
            <a:ext cx="4777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C46A"/>
              </a:buClr>
              <a:buSzPts val="1350"/>
              <a:buFont typeface="Courier New"/>
              <a:buNone/>
            </a:pPr>
            <a:r>
              <a:rPr lang="en-US" sz="1350" b="1" i="0" u="none" strike="noStrike" cap="none">
                <a:solidFill>
                  <a:srgbClr val="E9C46A"/>
                </a:solidFill>
                <a:latin typeface="Courier New"/>
                <a:ea typeface="Courier New"/>
                <a:cs typeface="Courier New"/>
                <a:sym typeface="Courier New"/>
              </a:rPr>
              <a:t>install.packages()</a:t>
            </a:r>
            <a:r>
              <a:rPr lang="en-US" sz="1350" b="0" i="0" u="none" strike="noStrike" cap="none">
                <a:solidFill>
                  <a:srgbClr val="D8F3DC"/>
                </a:solidFill>
                <a:latin typeface="Calibri"/>
                <a:ea typeface="Calibri"/>
                <a:cs typeface="Calibri"/>
                <a:sym typeface="Calibri"/>
              </a:rPr>
              <a:t>     once per computer</a:t>
            </a:r>
            <a:endParaRPr sz="1350" b="0" i="0" u="none" strike="noStrike" cap="none">
              <a:solidFill>
                <a:schemeClr val="dk1"/>
              </a:solidFill>
              <a:latin typeface="Calibri"/>
              <a:ea typeface="Calibri"/>
              <a:cs typeface="Calibri"/>
              <a:sym typeface="Calibri"/>
            </a:endParaRPr>
          </a:p>
        </p:txBody>
      </p:sp>
      <p:sp>
        <p:nvSpPr>
          <p:cNvPr id="267" name="Google Shape;267;p16"/>
          <p:cNvSpPr/>
          <p:nvPr/>
        </p:nvSpPr>
        <p:spPr>
          <a:xfrm>
            <a:off x="685800" y="2646118"/>
            <a:ext cx="5180100" cy="548700"/>
          </a:xfrm>
          <a:prstGeom prst="roundRect">
            <a:avLst>
              <a:gd name="adj" fmla="val 8333"/>
            </a:avLst>
          </a:prstGeom>
          <a:solidFill>
            <a:srgbClr val="24523E"/>
          </a:solidFill>
          <a:ln w="9525" cap="flat" cmpd="sng">
            <a:solidFill>
              <a:srgbClr val="2F6B5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6"/>
          <p:cNvSpPr txBox="1"/>
          <p:nvPr/>
        </p:nvSpPr>
        <p:spPr>
          <a:xfrm>
            <a:off x="886968" y="2646118"/>
            <a:ext cx="4777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C46A"/>
              </a:buClr>
              <a:buSzPts val="1350"/>
              <a:buFont typeface="Courier New"/>
              <a:buNone/>
            </a:pPr>
            <a:r>
              <a:rPr lang="en-US" sz="1350" b="1" i="0" u="none" strike="noStrike" cap="none">
                <a:solidFill>
                  <a:srgbClr val="E9C46A"/>
                </a:solidFill>
                <a:latin typeface="Courier New"/>
                <a:ea typeface="Courier New"/>
                <a:cs typeface="Courier New"/>
                <a:sym typeface="Courier New"/>
              </a:rPr>
              <a:t>library()</a:t>
            </a:r>
            <a:r>
              <a:rPr lang="en-US" sz="1350" b="0" i="0" u="none" strike="noStrike" cap="none">
                <a:solidFill>
                  <a:srgbClr val="D8F3DC"/>
                </a:solidFill>
                <a:latin typeface="Calibri"/>
                <a:ea typeface="Calibri"/>
                <a:cs typeface="Calibri"/>
                <a:sym typeface="Calibri"/>
              </a:rPr>
              <a:t>     every session</a:t>
            </a:r>
            <a:endParaRPr sz="1350" b="0" i="0" u="none" strike="noStrike" cap="none">
              <a:solidFill>
                <a:schemeClr val="dk1"/>
              </a:solidFill>
              <a:latin typeface="Calibri"/>
              <a:ea typeface="Calibri"/>
              <a:cs typeface="Calibri"/>
              <a:sym typeface="Calibri"/>
            </a:endParaRPr>
          </a:p>
        </p:txBody>
      </p:sp>
      <p:sp>
        <p:nvSpPr>
          <p:cNvPr id="269" name="Google Shape;269;p16"/>
          <p:cNvSpPr/>
          <p:nvPr/>
        </p:nvSpPr>
        <p:spPr>
          <a:xfrm>
            <a:off x="6323076" y="3292312"/>
            <a:ext cx="5180100" cy="548700"/>
          </a:xfrm>
          <a:prstGeom prst="roundRect">
            <a:avLst>
              <a:gd name="adj" fmla="val 8333"/>
            </a:avLst>
          </a:prstGeom>
          <a:solidFill>
            <a:srgbClr val="24523E"/>
          </a:solidFill>
          <a:ln w="9525" cap="flat" cmpd="sng">
            <a:solidFill>
              <a:srgbClr val="2F6B5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6"/>
          <p:cNvSpPr txBox="1"/>
          <p:nvPr/>
        </p:nvSpPr>
        <p:spPr>
          <a:xfrm>
            <a:off x="6524244" y="3292312"/>
            <a:ext cx="4777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C46A"/>
              </a:buClr>
              <a:buSzPts val="1350"/>
              <a:buFont typeface="Courier New"/>
              <a:buNone/>
            </a:pPr>
            <a:r>
              <a:rPr lang="en-US" sz="1350" b="1" i="0" u="none" strike="noStrike" cap="none">
                <a:solidFill>
                  <a:srgbClr val="E9C46A"/>
                </a:solidFill>
                <a:latin typeface="Courier New"/>
                <a:ea typeface="Courier New"/>
                <a:cs typeface="Courier New"/>
                <a:sym typeface="Courier New"/>
              </a:rPr>
              <a:t>The script</a:t>
            </a:r>
            <a:r>
              <a:rPr lang="en-US" sz="1350" b="0" i="0" u="none" strike="noStrike" cap="none">
                <a:solidFill>
                  <a:srgbClr val="D8F3DC"/>
                </a:solidFill>
                <a:latin typeface="Calibri"/>
                <a:ea typeface="Calibri"/>
                <a:cs typeface="Calibri"/>
                <a:sym typeface="Calibri"/>
              </a:rPr>
              <a:t>     the only thing that must be saved</a:t>
            </a:r>
            <a:endParaRPr sz="1350" b="0" i="0" u="none" strike="noStrike" cap="none">
              <a:solidFill>
                <a:schemeClr val="dk1"/>
              </a:solidFill>
              <a:latin typeface="Calibri"/>
              <a:ea typeface="Calibri"/>
              <a:cs typeface="Calibri"/>
              <a:sym typeface="Calibri"/>
            </a:endParaRPr>
          </a:p>
        </p:txBody>
      </p:sp>
      <p:sp>
        <p:nvSpPr>
          <p:cNvPr id="271" name="Google Shape;271;p16"/>
          <p:cNvSpPr txBox="1"/>
          <p:nvPr/>
        </p:nvSpPr>
        <p:spPr>
          <a:xfrm>
            <a:off x="685800" y="5074920"/>
            <a:ext cx="108173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9C46A"/>
              </a:buClr>
              <a:buSzPts val="1600"/>
              <a:buFont typeface="Calibri"/>
              <a:buNone/>
            </a:pPr>
            <a:r>
              <a:rPr lang="en-US" sz="1600" b="0" i="1" u="none" strike="noStrike" cap="none">
                <a:solidFill>
                  <a:srgbClr val="E9C46A"/>
                </a:solidFill>
                <a:latin typeface="Calibri"/>
                <a:ea typeface="Calibri"/>
                <a:cs typeface="Calibri"/>
                <a:sym typeface="Calibri"/>
              </a:rPr>
              <a:t>Next session: we open RStudio and start writing - variables, vectors, tables and our own data.</a:t>
            </a:r>
            <a:endParaRPr sz="1600" b="0" i="0" u="none" strike="noStrike" cap="none">
              <a:solidFill>
                <a:schemeClr val="dk1"/>
              </a:solidFill>
              <a:latin typeface="Calibri"/>
              <a:ea typeface="Calibri"/>
              <a:cs typeface="Calibri"/>
              <a:sym typeface="Calibri"/>
            </a:endParaRPr>
          </a:p>
        </p:txBody>
      </p:sp>
      <p:sp>
        <p:nvSpPr>
          <p:cNvPr id="272" name="Google Shape;272;p16"/>
          <p:cNvSpPr txBox="1"/>
          <p:nvPr/>
        </p:nvSpPr>
        <p:spPr>
          <a:xfrm>
            <a:off x="685800" y="5486400"/>
            <a:ext cx="108173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8F3DC"/>
              </a:buClr>
              <a:buSzPts val="1500"/>
              <a:buFont typeface="Calibri"/>
              <a:buNone/>
            </a:pPr>
            <a:r>
              <a:rPr lang="en-US" sz="1500" b="0" i="0" u="none" strike="noStrike" cap="none">
                <a:solidFill>
                  <a:srgbClr val="D8F3DC"/>
                </a:solidFill>
                <a:latin typeface="Calibri"/>
                <a:ea typeface="Calibri"/>
                <a:cs typeface="Calibri"/>
                <a:sym typeface="Calibri"/>
              </a:rPr>
              <a:t>Nothing here has to be memorised. You will meet all of it again, in practice.</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2422</Words>
  <Application>Microsoft Office PowerPoint</Application>
  <PresentationFormat>Panorámica</PresentationFormat>
  <Paragraphs>172</Paragraphs>
  <Slides>18</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Basic R Course</dc:creator>
  <cp:lastModifiedBy>Andrés  Méndez Hurtado</cp:lastModifiedBy>
  <cp:revision>1</cp:revision>
  <dcterms:created xsi:type="dcterms:W3CDTF">2026-09-09T14:15:06Z</dcterms:created>
  <dcterms:modified xsi:type="dcterms:W3CDTF">2026-09-17T08:14:57Z</dcterms:modified>
</cp:coreProperties>
</file>